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  <p:sldMasterId id="2147483703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5143500" type="screen16x9"/>
  <p:notesSz cx="6858000" cy="9144000"/>
  <p:embeddedFontLst>
    <p:embeddedFont>
      <p:font typeface="Assistant" pitchFamily="2" charset="-79"/>
      <p:regular r:id="rId38"/>
      <p:bold r:id="rId39"/>
    </p:embeddedFont>
    <p:embeddedFont>
      <p:font typeface="Assistant Medium" panose="020B0604020202020204" charset="-79"/>
      <p:regular r:id="rId40"/>
      <p:bold r:id="rId41"/>
    </p:embeddedFont>
    <p:embeddedFont>
      <p:font typeface="Bebas Neue" panose="020F0502020204030204" pitchFamily="34" charset="0"/>
      <p:regular r:id="rId42"/>
    </p:embeddedFont>
    <p:embeddedFont>
      <p:font typeface="Comfortaa" panose="020B0604020202020204" charset="0"/>
      <p:regular r:id="rId43"/>
      <p:bold r:id="rId44"/>
    </p:embeddedFont>
    <p:embeddedFont>
      <p:font typeface="Comfortaa Medium" panose="020B0604020202020204" charset="0"/>
      <p:regular r:id="rId45"/>
      <p:bold r:id="rId46"/>
    </p:embeddedFont>
    <p:embeddedFont>
      <p:font typeface="Fjalla One" panose="02000506040000020004" pitchFamily="2" charset="0"/>
      <p:regular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2E52D2-AC0F-4884-9F85-B85A5E3516C2}">
  <a:tblStyle styleId="{A52E52D2-AC0F-4884-9F85-B85A5E3516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79D814F-3ED8-4560-BDF6-BD3B971648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836" autoAdjust="0"/>
  </p:normalViewPr>
  <p:slideViewPr>
    <p:cSldViewPr snapToGrid="0">
      <p:cViewPr varScale="1">
        <p:scale>
          <a:sx n="91" d="100"/>
          <a:sy n="91" d="100"/>
        </p:scale>
        <p:origin x="21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351647363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351647363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35021d00b1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35021d00b11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148ab471019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148ab471019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35021d00b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35021d00b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3507d88d86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3507d88d86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3507d88d86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3507d88d86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34d26798bf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34d26798bf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3507d88d86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7" name="Google Shape;1837;g3507d88d86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35021d00b11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5" name="Google Shape;1845;g35021d00b11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35021d00b11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35021d00b11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3507d88d86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3507d88d86e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3507d88d86e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3507d88d86e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148ab471019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148ab471019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34da0f0aad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34da0f0aad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34da0f0aad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34da0f0aad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48ab471019_0_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48ab471019_0_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34dd8505e45_1_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9" name="Google Shape;1919;g34dd8505e45_1_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34dd8505e45_1_9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34dd8505e45_1_9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34dd8505e45_1_1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34dd8505e45_1_1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34dd8505e45_1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" name="Google Shape;1941;g34dd8505e45_1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34dd8505e45_1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34dd8505e45_1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34dd8505e45_1_10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34dd8505e45_1_10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g34dd8505e45_1_1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1" name="Google Shape;1961;g34dd8505e45_1_1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34dd8505e45_1_10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34dd8505e45_1_10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g3519575856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" name="Google Shape;1974;g3519575856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34dd8505e45_1_1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34dd8505e45_1_1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g35195758563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7" name="Google Shape;1987;g35195758563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3519575856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3519575856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5195758563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35195758563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3519575856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35195758563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3519575856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35195758563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35195758563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0" name="Google Shape;2020;g35195758563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35195758563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35195758563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3507d88d86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3507d88d86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703900" y="1141475"/>
            <a:ext cx="4725000" cy="24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72450" y="3516325"/>
            <a:ext cx="3790200" cy="4095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3150" y="4002018"/>
            <a:ext cx="1227400" cy="10488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529243" y="680757"/>
            <a:ext cx="269399" cy="256048"/>
            <a:chOff x="1406075" y="3845750"/>
            <a:chExt cx="415675" cy="395075"/>
          </a:xfrm>
        </p:grpSpPr>
        <p:sp>
          <p:nvSpPr>
            <p:cNvPr id="14" name="Google Shape;14;p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1266143" y="220782"/>
            <a:ext cx="269399" cy="256048"/>
            <a:chOff x="1406075" y="3845750"/>
            <a:chExt cx="415675" cy="395075"/>
          </a:xfrm>
        </p:grpSpPr>
        <p:sp>
          <p:nvSpPr>
            <p:cNvPr id="18" name="Google Shape;18;p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580393" y="2664582"/>
            <a:ext cx="269399" cy="256048"/>
            <a:chOff x="1406075" y="3845750"/>
            <a:chExt cx="415675" cy="395075"/>
          </a:xfrm>
        </p:grpSpPr>
        <p:sp>
          <p:nvSpPr>
            <p:cNvPr id="22" name="Google Shape;22;p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1637743" y="4480482"/>
            <a:ext cx="269399" cy="256048"/>
            <a:chOff x="1406075" y="3845750"/>
            <a:chExt cx="415675" cy="395075"/>
          </a:xfrm>
        </p:grpSpPr>
        <p:sp>
          <p:nvSpPr>
            <p:cNvPr id="26" name="Google Shape;26;p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2391900" y="2290375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4021675" y="1303875"/>
            <a:ext cx="1100700" cy="95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2670750" y="3166775"/>
            <a:ext cx="3802500" cy="525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4" name="Google Shape;34;p3"/>
          <p:cNvGrpSpPr/>
          <p:nvPr/>
        </p:nvGrpSpPr>
        <p:grpSpPr>
          <a:xfrm>
            <a:off x="824193" y="406982"/>
            <a:ext cx="269399" cy="256048"/>
            <a:chOff x="1406075" y="3845750"/>
            <a:chExt cx="415675" cy="395075"/>
          </a:xfrm>
        </p:grpSpPr>
        <p:sp>
          <p:nvSpPr>
            <p:cNvPr id="35" name="Google Shape;35;p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8610268" y="3692382"/>
            <a:ext cx="269399" cy="256048"/>
            <a:chOff x="1406075" y="3845750"/>
            <a:chExt cx="415675" cy="395075"/>
          </a:xfrm>
        </p:grpSpPr>
        <p:sp>
          <p:nvSpPr>
            <p:cNvPr id="39" name="Google Shape;39;p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3"/>
          <p:cNvGrpSpPr/>
          <p:nvPr/>
        </p:nvGrpSpPr>
        <p:grpSpPr>
          <a:xfrm>
            <a:off x="3152443" y="4724757"/>
            <a:ext cx="269399" cy="256048"/>
            <a:chOff x="1406075" y="3845750"/>
            <a:chExt cx="415675" cy="395075"/>
          </a:xfrm>
        </p:grpSpPr>
        <p:sp>
          <p:nvSpPr>
            <p:cNvPr id="43" name="Google Shape;43;p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3"/>
          <p:cNvGrpSpPr/>
          <p:nvPr/>
        </p:nvGrpSpPr>
        <p:grpSpPr>
          <a:xfrm>
            <a:off x="5582668" y="150932"/>
            <a:ext cx="269399" cy="256048"/>
            <a:chOff x="1406075" y="3845750"/>
            <a:chExt cx="415675" cy="395075"/>
          </a:xfrm>
        </p:grpSpPr>
        <p:sp>
          <p:nvSpPr>
            <p:cNvPr id="47" name="Google Shape;47;p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50;p3"/>
          <p:cNvGrpSpPr/>
          <p:nvPr/>
        </p:nvGrpSpPr>
        <p:grpSpPr>
          <a:xfrm>
            <a:off x="364893" y="3255707"/>
            <a:ext cx="269399" cy="256048"/>
            <a:chOff x="1406075" y="3845750"/>
            <a:chExt cx="415675" cy="395075"/>
          </a:xfrm>
        </p:grpSpPr>
        <p:sp>
          <p:nvSpPr>
            <p:cNvPr id="51" name="Google Shape;51;p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>
            <a:hlinkClick r:id="" action="ppaction://noaction"/>
          </p:cNvPr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58" name="Google Shape;58;p4"/>
          <p:cNvGrpSpPr/>
          <p:nvPr/>
        </p:nvGrpSpPr>
        <p:grpSpPr>
          <a:xfrm>
            <a:off x="229068" y="4147807"/>
            <a:ext cx="269399" cy="256048"/>
            <a:chOff x="1406075" y="3845750"/>
            <a:chExt cx="415675" cy="395075"/>
          </a:xfrm>
        </p:grpSpPr>
        <p:sp>
          <p:nvSpPr>
            <p:cNvPr id="59" name="Google Shape;59;p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4"/>
          <p:cNvGrpSpPr/>
          <p:nvPr/>
        </p:nvGrpSpPr>
        <p:grpSpPr>
          <a:xfrm>
            <a:off x="580393" y="4619732"/>
            <a:ext cx="269399" cy="256048"/>
            <a:chOff x="1406075" y="3845750"/>
            <a:chExt cx="415675" cy="395075"/>
          </a:xfrm>
        </p:grpSpPr>
        <p:sp>
          <p:nvSpPr>
            <p:cNvPr id="63" name="Google Shape;63;p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6" name="Google Shape;6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75913" y="700937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2788" y="249387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4"/>
          <p:cNvGrpSpPr/>
          <p:nvPr/>
        </p:nvGrpSpPr>
        <p:grpSpPr>
          <a:xfrm>
            <a:off x="8670018" y="4733532"/>
            <a:ext cx="269399" cy="256048"/>
            <a:chOff x="1406075" y="3845750"/>
            <a:chExt cx="415675" cy="395075"/>
          </a:xfrm>
        </p:grpSpPr>
        <p:sp>
          <p:nvSpPr>
            <p:cNvPr id="69" name="Google Shape;69;p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1"/>
          </p:nvPr>
        </p:nvSpPr>
        <p:spPr>
          <a:xfrm>
            <a:off x="1290775" y="2895075"/>
            <a:ext cx="2907600" cy="4662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2"/>
          </p:nvPr>
        </p:nvSpPr>
        <p:spPr>
          <a:xfrm>
            <a:off x="4945650" y="2895075"/>
            <a:ext cx="2907600" cy="4662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3"/>
          </p:nvPr>
        </p:nvSpPr>
        <p:spPr>
          <a:xfrm>
            <a:off x="1290775" y="3379875"/>
            <a:ext cx="2907600" cy="6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subTitle" idx="4"/>
          </p:nvPr>
        </p:nvSpPr>
        <p:spPr>
          <a:xfrm>
            <a:off x="4945638" y="33029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720000" y="5173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9" name="Google Shape;79;p5"/>
          <p:cNvGrpSpPr/>
          <p:nvPr/>
        </p:nvGrpSpPr>
        <p:grpSpPr>
          <a:xfrm>
            <a:off x="327143" y="4797732"/>
            <a:ext cx="269399" cy="256048"/>
            <a:chOff x="1406075" y="3845750"/>
            <a:chExt cx="415675" cy="395075"/>
          </a:xfrm>
        </p:grpSpPr>
        <p:sp>
          <p:nvSpPr>
            <p:cNvPr id="80" name="Google Shape;80;p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5"/>
          <p:cNvGrpSpPr/>
          <p:nvPr/>
        </p:nvGrpSpPr>
        <p:grpSpPr>
          <a:xfrm>
            <a:off x="327143" y="129407"/>
            <a:ext cx="269399" cy="256048"/>
            <a:chOff x="1406075" y="3845750"/>
            <a:chExt cx="415675" cy="395075"/>
          </a:xfrm>
        </p:grpSpPr>
        <p:sp>
          <p:nvSpPr>
            <p:cNvPr id="84" name="Google Shape;84;p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87;p5"/>
          <p:cNvGrpSpPr/>
          <p:nvPr/>
        </p:nvGrpSpPr>
        <p:grpSpPr>
          <a:xfrm>
            <a:off x="8806968" y="3302957"/>
            <a:ext cx="269399" cy="256048"/>
            <a:chOff x="1406075" y="3845750"/>
            <a:chExt cx="415675" cy="395075"/>
          </a:xfrm>
        </p:grpSpPr>
        <p:sp>
          <p:nvSpPr>
            <p:cNvPr id="88" name="Google Shape;88;p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5"/>
          <p:cNvGrpSpPr/>
          <p:nvPr/>
        </p:nvGrpSpPr>
        <p:grpSpPr>
          <a:xfrm>
            <a:off x="57743" y="2895082"/>
            <a:ext cx="269399" cy="256048"/>
            <a:chOff x="1406075" y="3845750"/>
            <a:chExt cx="415675" cy="395075"/>
          </a:xfrm>
        </p:grpSpPr>
        <p:sp>
          <p:nvSpPr>
            <p:cNvPr id="92" name="Google Shape;92;p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5"/>
          <p:cNvGrpSpPr/>
          <p:nvPr/>
        </p:nvGrpSpPr>
        <p:grpSpPr>
          <a:xfrm>
            <a:off x="6370993" y="4480469"/>
            <a:ext cx="269399" cy="256048"/>
            <a:chOff x="1406075" y="3845750"/>
            <a:chExt cx="415675" cy="395075"/>
          </a:xfrm>
        </p:grpSpPr>
        <p:sp>
          <p:nvSpPr>
            <p:cNvPr id="96" name="Google Shape;96;p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9" name="Google Shape;99;p5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142575" y="453623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542175" y="43313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5"/>
          <p:cNvGrpSpPr/>
          <p:nvPr/>
        </p:nvGrpSpPr>
        <p:grpSpPr>
          <a:xfrm>
            <a:off x="8428893" y="188982"/>
            <a:ext cx="269399" cy="256048"/>
            <a:chOff x="1406075" y="3845750"/>
            <a:chExt cx="415675" cy="395075"/>
          </a:xfrm>
        </p:grpSpPr>
        <p:sp>
          <p:nvSpPr>
            <p:cNvPr id="102" name="Google Shape;102;p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 txBox="1">
            <a:spLocks noGrp="1"/>
          </p:cNvSpPr>
          <p:nvPr>
            <p:ph type="title"/>
          </p:nvPr>
        </p:nvSpPr>
        <p:spPr>
          <a:xfrm>
            <a:off x="720000" y="448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8" name="Google Shape;108;p6"/>
          <p:cNvGrpSpPr/>
          <p:nvPr/>
        </p:nvGrpSpPr>
        <p:grpSpPr>
          <a:xfrm>
            <a:off x="95431" y="4352457"/>
            <a:ext cx="269399" cy="256048"/>
            <a:chOff x="1406075" y="3845750"/>
            <a:chExt cx="415675" cy="395075"/>
          </a:xfrm>
        </p:grpSpPr>
        <p:sp>
          <p:nvSpPr>
            <p:cNvPr id="109" name="Google Shape;109;p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6"/>
          <p:cNvGrpSpPr/>
          <p:nvPr/>
        </p:nvGrpSpPr>
        <p:grpSpPr>
          <a:xfrm>
            <a:off x="364831" y="3324857"/>
            <a:ext cx="269399" cy="256048"/>
            <a:chOff x="1406075" y="3845750"/>
            <a:chExt cx="415675" cy="395075"/>
          </a:xfrm>
        </p:grpSpPr>
        <p:sp>
          <p:nvSpPr>
            <p:cNvPr id="113" name="Google Shape;113;p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223306" y="188982"/>
            <a:ext cx="269399" cy="256048"/>
            <a:chOff x="1406075" y="3845750"/>
            <a:chExt cx="415675" cy="395075"/>
          </a:xfrm>
        </p:grpSpPr>
        <p:sp>
          <p:nvSpPr>
            <p:cNvPr id="117" name="Google Shape;117;p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" name="Google Shape;120;p6"/>
          <p:cNvGrpSpPr/>
          <p:nvPr/>
        </p:nvGrpSpPr>
        <p:grpSpPr>
          <a:xfrm>
            <a:off x="7723556" y="47557"/>
            <a:ext cx="269399" cy="256048"/>
            <a:chOff x="1406075" y="3845750"/>
            <a:chExt cx="415675" cy="395075"/>
          </a:xfrm>
        </p:grpSpPr>
        <p:sp>
          <p:nvSpPr>
            <p:cNvPr id="121" name="Google Shape;121;p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6"/>
          <p:cNvGrpSpPr/>
          <p:nvPr/>
        </p:nvGrpSpPr>
        <p:grpSpPr>
          <a:xfrm>
            <a:off x="8790706" y="1335132"/>
            <a:ext cx="269399" cy="256048"/>
            <a:chOff x="1406075" y="3845750"/>
            <a:chExt cx="415675" cy="395075"/>
          </a:xfrm>
        </p:grpSpPr>
        <p:sp>
          <p:nvSpPr>
            <p:cNvPr id="125" name="Google Shape;125;p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" name="Google Shape;128;p6"/>
          <p:cNvGrpSpPr/>
          <p:nvPr/>
        </p:nvGrpSpPr>
        <p:grpSpPr>
          <a:xfrm>
            <a:off x="8521306" y="4256607"/>
            <a:ext cx="269399" cy="256048"/>
            <a:chOff x="1406075" y="3845750"/>
            <a:chExt cx="415675" cy="395075"/>
          </a:xfrm>
        </p:grpSpPr>
        <p:sp>
          <p:nvSpPr>
            <p:cNvPr id="129" name="Google Shape;129;p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6"/>
          <p:cNvGrpSpPr/>
          <p:nvPr/>
        </p:nvGrpSpPr>
        <p:grpSpPr>
          <a:xfrm>
            <a:off x="7056456" y="4683094"/>
            <a:ext cx="269399" cy="256048"/>
            <a:chOff x="1406075" y="3845750"/>
            <a:chExt cx="415675" cy="395075"/>
          </a:xfrm>
        </p:grpSpPr>
        <p:sp>
          <p:nvSpPr>
            <p:cNvPr id="133" name="Google Shape;133;p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250250" y="2424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466950" y="68880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364825" y="460849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7889100" y="612493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 txBox="1">
            <a:spLocks noGrp="1"/>
          </p:cNvSpPr>
          <p:nvPr>
            <p:ph type="body" idx="1"/>
          </p:nvPr>
        </p:nvSpPr>
        <p:spPr>
          <a:xfrm>
            <a:off x="720000" y="1540175"/>
            <a:ext cx="5193300" cy="15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720000" y="5135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7"/>
          <p:cNvGrpSpPr/>
          <p:nvPr/>
        </p:nvGrpSpPr>
        <p:grpSpPr>
          <a:xfrm>
            <a:off x="295081" y="3723532"/>
            <a:ext cx="269399" cy="256048"/>
            <a:chOff x="1406075" y="3845750"/>
            <a:chExt cx="415675" cy="395075"/>
          </a:xfrm>
        </p:grpSpPr>
        <p:sp>
          <p:nvSpPr>
            <p:cNvPr id="145" name="Google Shape;145;p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" name="Google Shape;148;p7"/>
          <p:cNvGrpSpPr/>
          <p:nvPr/>
        </p:nvGrpSpPr>
        <p:grpSpPr>
          <a:xfrm>
            <a:off x="162731" y="406982"/>
            <a:ext cx="269399" cy="256048"/>
            <a:chOff x="1406075" y="3845750"/>
            <a:chExt cx="415675" cy="395075"/>
          </a:xfrm>
        </p:grpSpPr>
        <p:sp>
          <p:nvSpPr>
            <p:cNvPr id="149" name="Google Shape;149;p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7"/>
          <p:cNvGrpSpPr/>
          <p:nvPr/>
        </p:nvGrpSpPr>
        <p:grpSpPr>
          <a:xfrm>
            <a:off x="8081131" y="4480482"/>
            <a:ext cx="269399" cy="256048"/>
            <a:chOff x="1406075" y="3845750"/>
            <a:chExt cx="415675" cy="395075"/>
          </a:xfrm>
        </p:grpSpPr>
        <p:sp>
          <p:nvSpPr>
            <p:cNvPr id="153" name="Google Shape;153;p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6007681" y="7"/>
            <a:ext cx="269399" cy="256048"/>
            <a:chOff x="1406075" y="3845750"/>
            <a:chExt cx="415675" cy="395075"/>
          </a:xfrm>
        </p:grpSpPr>
        <p:sp>
          <p:nvSpPr>
            <p:cNvPr id="157" name="Google Shape;157;p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7"/>
          <p:cNvGrpSpPr/>
          <p:nvPr/>
        </p:nvGrpSpPr>
        <p:grpSpPr>
          <a:xfrm>
            <a:off x="937168" y="4736532"/>
            <a:ext cx="269399" cy="256048"/>
            <a:chOff x="1406075" y="3845750"/>
            <a:chExt cx="415675" cy="395075"/>
          </a:xfrm>
        </p:grpSpPr>
        <p:sp>
          <p:nvSpPr>
            <p:cNvPr id="161" name="Google Shape;161;p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7"/>
          <p:cNvGrpSpPr/>
          <p:nvPr/>
        </p:nvGrpSpPr>
        <p:grpSpPr>
          <a:xfrm>
            <a:off x="3749906" y="4836257"/>
            <a:ext cx="269399" cy="256048"/>
            <a:chOff x="1406075" y="3845750"/>
            <a:chExt cx="415675" cy="395075"/>
          </a:xfrm>
        </p:grpSpPr>
        <p:sp>
          <p:nvSpPr>
            <p:cNvPr id="165" name="Google Shape;165;p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" name="Google Shape;168;p7"/>
          <p:cNvGrpSpPr/>
          <p:nvPr/>
        </p:nvGrpSpPr>
        <p:grpSpPr>
          <a:xfrm>
            <a:off x="8742731" y="1911732"/>
            <a:ext cx="269399" cy="256048"/>
            <a:chOff x="1406075" y="3845750"/>
            <a:chExt cx="415675" cy="395075"/>
          </a:xfrm>
        </p:grpSpPr>
        <p:sp>
          <p:nvSpPr>
            <p:cNvPr id="169" name="Google Shape;169;p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2" name="Google Shape;172;p7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664413" y="387264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78600" y="42032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7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1136550" y="379805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7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1685450" y="43313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7"/>
          <p:cNvGrpSpPr/>
          <p:nvPr/>
        </p:nvGrpSpPr>
        <p:grpSpPr>
          <a:xfrm>
            <a:off x="8041281" y="852082"/>
            <a:ext cx="269399" cy="256048"/>
            <a:chOff x="1406075" y="3845750"/>
            <a:chExt cx="415675" cy="395075"/>
          </a:xfrm>
        </p:grpSpPr>
        <p:sp>
          <p:nvSpPr>
            <p:cNvPr id="177" name="Google Shape;177;p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 txBox="1">
            <a:spLocks noGrp="1"/>
          </p:cNvSpPr>
          <p:nvPr>
            <p:ph type="title"/>
          </p:nvPr>
        </p:nvSpPr>
        <p:spPr>
          <a:xfrm>
            <a:off x="1879050" y="1096350"/>
            <a:ext cx="5385900" cy="29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183" name="Google Shape;18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0113" y="42711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3088" y="37996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040038" y="686850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8"/>
          <p:cNvGrpSpPr/>
          <p:nvPr/>
        </p:nvGrpSpPr>
        <p:grpSpPr>
          <a:xfrm>
            <a:off x="8040056" y="4271157"/>
            <a:ext cx="269399" cy="256048"/>
            <a:chOff x="1406075" y="3845750"/>
            <a:chExt cx="415675" cy="395075"/>
          </a:xfrm>
        </p:grpSpPr>
        <p:sp>
          <p:nvSpPr>
            <p:cNvPr id="187" name="Google Shape;187;p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" name="Google Shape;190;p8"/>
          <p:cNvGrpSpPr/>
          <p:nvPr/>
        </p:nvGrpSpPr>
        <p:grpSpPr>
          <a:xfrm>
            <a:off x="1681506" y="196332"/>
            <a:ext cx="269399" cy="256048"/>
            <a:chOff x="1406075" y="3845750"/>
            <a:chExt cx="415675" cy="395075"/>
          </a:xfrm>
        </p:grpSpPr>
        <p:sp>
          <p:nvSpPr>
            <p:cNvPr id="191" name="Google Shape;191;p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Google Shape;194;p8"/>
          <p:cNvGrpSpPr/>
          <p:nvPr/>
        </p:nvGrpSpPr>
        <p:grpSpPr>
          <a:xfrm>
            <a:off x="445706" y="4271157"/>
            <a:ext cx="269399" cy="256048"/>
            <a:chOff x="1406075" y="3845750"/>
            <a:chExt cx="415675" cy="395075"/>
          </a:xfrm>
        </p:grpSpPr>
        <p:sp>
          <p:nvSpPr>
            <p:cNvPr id="195" name="Google Shape;195;p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8"/>
          <p:cNvGrpSpPr/>
          <p:nvPr/>
        </p:nvGrpSpPr>
        <p:grpSpPr>
          <a:xfrm>
            <a:off x="114306" y="2802082"/>
            <a:ext cx="269399" cy="256048"/>
            <a:chOff x="1406075" y="3845750"/>
            <a:chExt cx="415675" cy="395075"/>
          </a:xfrm>
        </p:grpSpPr>
        <p:sp>
          <p:nvSpPr>
            <p:cNvPr id="199" name="Google Shape;199;p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8"/>
          <p:cNvGrpSpPr/>
          <p:nvPr/>
        </p:nvGrpSpPr>
        <p:grpSpPr>
          <a:xfrm>
            <a:off x="8547206" y="93857"/>
            <a:ext cx="269399" cy="256048"/>
            <a:chOff x="1406075" y="3845750"/>
            <a:chExt cx="415675" cy="395075"/>
          </a:xfrm>
        </p:grpSpPr>
        <p:sp>
          <p:nvSpPr>
            <p:cNvPr id="203" name="Google Shape;203;p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8"/>
          <p:cNvGrpSpPr/>
          <p:nvPr/>
        </p:nvGrpSpPr>
        <p:grpSpPr>
          <a:xfrm>
            <a:off x="8816606" y="2123257"/>
            <a:ext cx="269399" cy="256048"/>
            <a:chOff x="1406075" y="3845750"/>
            <a:chExt cx="415675" cy="395075"/>
          </a:xfrm>
        </p:grpSpPr>
        <p:sp>
          <p:nvSpPr>
            <p:cNvPr id="207" name="Google Shape;207;p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8"/>
          <p:cNvGrpSpPr/>
          <p:nvPr/>
        </p:nvGrpSpPr>
        <p:grpSpPr>
          <a:xfrm>
            <a:off x="3831456" y="4813257"/>
            <a:ext cx="269399" cy="256048"/>
            <a:chOff x="1406075" y="3845750"/>
            <a:chExt cx="415675" cy="395075"/>
          </a:xfrm>
        </p:grpSpPr>
        <p:sp>
          <p:nvSpPr>
            <p:cNvPr id="211" name="Google Shape;211;p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8"/>
          <p:cNvGrpSpPr/>
          <p:nvPr/>
        </p:nvGrpSpPr>
        <p:grpSpPr>
          <a:xfrm>
            <a:off x="7375281" y="686857"/>
            <a:ext cx="269399" cy="256048"/>
            <a:chOff x="1406075" y="3845750"/>
            <a:chExt cx="415675" cy="395075"/>
          </a:xfrm>
        </p:grpSpPr>
        <p:sp>
          <p:nvSpPr>
            <p:cNvPr id="215" name="Google Shape;215;p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8" name="Google Shape;21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285263" y="39315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8"/>
          <p:cNvPicPr preferRelativeResize="0"/>
          <p:nvPr/>
        </p:nvPicPr>
        <p:blipFill rotWithShape="1">
          <a:blip r:embed="rId3">
            <a:alphaModFix/>
          </a:blip>
          <a:srcRect t="61366" r="61532"/>
          <a:stretch/>
        </p:blipFill>
        <p:spPr>
          <a:xfrm>
            <a:off x="8371775" y="37200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8"/>
          <p:cNvPicPr preferRelativeResize="0"/>
          <p:nvPr/>
        </p:nvPicPr>
        <p:blipFill rotWithShape="1">
          <a:blip r:embed="rId3">
            <a:alphaModFix/>
          </a:blip>
          <a:srcRect t="61366" r="61532"/>
          <a:stretch/>
        </p:blipFill>
        <p:spPr>
          <a:xfrm>
            <a:off x="8525325" y="4047143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"/>
          <p:cNvSpPr txBox="1">
            <a:spLocks noGrp="1"/>
          </p:cNvSpPr>
          <p:nvPr>
            <p:ph type="title"/>
          </p:nvPr>
        </p:nvSpPr>
        <p:spPr>
          <a:xfrm>
            <a:off x="715100" y="1522593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4" name="Google Shape;224;p9"/>
          <p:cNvSpPr txBox="1">
            <a:spLocks noGrp="1"/>
          </p:cNvSpPr>
          <p:nvPr>
            <p:ph type="subTitle" idx="1"/>
          </p:nvPr>
        </p:nvSpPr>
        <p:spPr>
          <a:xfrm>
            <a:off x="715175" y="2456007"/>
            <a:ext cx="4740300" cy="116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5" name="Google Shape;22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113" y="4454362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0388" y="4199012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9"/>
          <p:cNvGrpSpPr/>
          <p:nvPr/>
        </p:nvGrpSpPr>
        <p:grpSpPr>
          <a:xfrm>
            <a:off x="330568" y="4694007"/>
            <a:ext cx="269399" cy="256048"/>
            <a:chOff x="1406075" y="3845750"/>
            <a:chExt cx="415675" cy="395075"/>
          </a:xfrm>
        </p:grpSpPr>
        <p:sp>
          <p:nvSpPr>
            <p:cNvPr id="228" name="Google Shape;228;p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9"/>
          <p:cNvGrpSpPr/>
          <p:nvPr/>
        </p:nvGrpSpPr>
        <p:grpSpPr>
          <a:xfrm>
            <a:off x="1461443" y="278957"/>
            <a:ext cx="269399" cy="256048"/>
            <a:chOff x="1406075" y="3845750"/>
            <a:chExt cx="415675" cy="395075"/>
          </a:xfrm>
        </p:grpSpPr>
        <p:sp>
          <p:nvSpPr>
            <p:cNvPr id="232" name="Google Shape;232;p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118693" y="1266557"/>
            <a:ext cx="269399" cy="256048"/>
            <a:chOff x="1406075" y="3845750"/>
            <a:chExt cx="415675" cy="395075"/>
          </a:xfrm>
        </p:grpSpPr>
        <p:sp>
          <p:nvSpPr>
            <p:cNvPr id="236" name="Google Shape;236;p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" name="Google Shape;239;p9"/>
          <p:cNvGrpSpPr/>
          <p:nvPr/>
        </p:nvGrpSpPr>
        <p:grpSpPr>
          <a:xfrm>
            <a:off x="8076318" y="4694007"/>
            <a:ext cx="269399" cy="256048"/>
            <a:chOff x="1406075" y="3845750"/>
            <a:chExt cx="415675" cy="395075"/>
          </a:xfrm>
        </p:grpSpPr>
        <p:sp>
          <p:nvSpPr>
            <p:cNvPr id="240" name="Google Shape;240;p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1478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45" name="Google Shape;245;p10"/>
          <p:cNvGrpSpPr/>
          <p:nvPr/>
        </p:nvGrpSpPr>
        <p:grpSpPr>
          <a:xfrm>
            <a:off x="307106" y="1591582"/>
            <a:ext cx="269399" cy="256048"/>
            <a:chOff x="1406075" y="3845750"/>
            <a:chExt cx="415675" cy="395075"/>
          </a:xfrm>
        </p:grpSpPr>
        <p:sp>
          <p:nvSpPr>
            <p:cNvPr id="246" name="Google Shape;246;p1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10"/>
          <p:cNvGrpSpPr/>
          <p:nvPr/>
        </p:nvGrpSpPr>
        <p:grpSpPr>
          <a:xfrm>
            <a:off x="971256" y="4726407"/>
            <a:ext cx="269399" cy="256048"/>
            <a:chOff x="1406075" y="3845750"/>
            <a:chExt cx="415675" cy="395075"/>
          </a:xfrm>
        </p:grpSpPr>
        <p:sp>
          <p:nvSpPr>
            <p:cNvPr id="250" name="Google Shape;250;p1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10"/>
          <p:cNvGrpSpPr/>
          <p:nvPr/>
        </p:nvGrpSpPr>
        <p:grpSpPr>
          <a:xfrm>
            <a:off x="8767731" y="3832882"/>
            <a:ext cx="269399" cy="256048"/>
            <a:chOff x="1406075" y="3845750"/>
            <a:chExt cx="415675" cy="395075"/>
          </a:xfrm>
        </p:grpSpPr>
        <p:sp>
          <p:nvSpPr>
            <p:cNvPr id="254" name="Google Shape;254;p1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" name="Google Shape;257;p10"/>
          <p:cNvGrpSpPr/>
          <p:nvPr/>
        </p:nvGrpSpPr>
        <p:grpSpPr>
          <a:xfrm>
            <a:off x="7957006" y="4784482"/>
            <a:ext cx="269399" cy="256048"/>
            <a:chOff x="1406075" y="3845750"/>
            <a:chExt cx="415675" cy="395075"/>
          </a:xfrm>
        </p:grpSpPr>
        <p:sp>
          <p:nvSpPr>
            <p:cNvPr id="258" name="Google Shape;258;p1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" name="Google Shape;261;p10"/>
          <p:cNvGrpSpPr/>
          <p:nvPr/>
        </p:nvGrpSpPr>
        <p:grpSpPr>
          <a:xfrm>
            <a:off x="4531831" y="130182"/>
            <a:ext cx="269399" cy="256048"/>
            <a:chOff x="1406075" y="3845750"/>
            <a:chExt cx="415675" cy="395075"/>
          </a:xfrm>
        </p:grpSpPr>
        <p:sp>
          <p:nvSpPr>
            <p:cNvPr id="262" name="Google Shape;262;p1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10"/>
          <p:cNvGrpSpPr/>
          <p:nvPr/>
        </p:nvGrpSpPr>
        <p:grpSpPr>
          <a:xfrm>
            <a:off x="37706" y="77657"/>
            <a:ext cx="269399" cy="256048"/>
            <a:chOff x="1406075" y="3845750"/>
            <a:chExt cx="415675" cy="395075"/>
          </a:xfrm>
        </p:grpSpPr>
        <p:sp>
          <p:nvSpPr>
            <p:cNvPr id="266" name="Google Shape;266;p1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9" name="Google Shape;2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7088" y="44037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132000" y="3302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375363" y="8200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10"/>
          <p:cNvGrpSpPr/>
          <p:nvPr/>
        </p:nvGrpSpPr>
        <p:grpSpPr>
          <a:xfrm>
            <a:off x="8047506" y="820082"/>
            <a:ext cx="269399" cy="256048"/>
            <a:chOff x="1406075" y="3845750"/>
            <a:chExt cx="415675" cy="395075"/>
          </a:xfrm>
        </p:grpSpPr>
        <p:sp>
          <p:nvSpPr>
            <p:cNvPr id="273" name="Google Shape;273;p1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"/>
          <p:cNvSpPr txBox="1">
            <a:spLocks noGrp="1"/>
          </p:cNvSpPr>
          <p:nvPr>
            <p:ph type="title" hasCustomPrompt="1"/>
          </p:nvPr>
        </p:nvSpPr>
        <p:spPr>
          <a:xfrm>
            <a:off x="3985600" y="1770050"/>
            <a:ext cx="44433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79" name="Google Shape;279;p11"/>
          <p:cNvSpPr txBox="1">
            <a:spLocks noGrp="1"/>
          </p:cNvSpPr>
          <p:nvPr>
            <p:ph type="subTitle" idx="1"/>
          </p:nvPr>
        </p:nvSpPr>
        <p:spPr>
          <a:xfrm>
            <a:off x="3985600" y="3281200"/>
            <a:ext cx="4443300" cy="495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0" name="Google Shape;280;p11"/>
          <p:cNvGrpSpPr/>
          <p:nvPr/>
        </p:nvGrpSpPr>
        <p:grpSpPr>
          <a:xfrm>
            <a:off x="336556" y="4541157"/>
            <a:ext cx="269399" cy="256048"/>
            <a:chOff x="1406075" y="3845750"/>
            <a:chExt cx="415675" cy="395075"/>
          </a:xfrm>
        </p:grpSpPr>
        <p:sp>
          <p:nvSpPr>
            <p:cNvPr id="281" name="Google Shape;281;p1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" name="Google Shape;284;p11"/>
          <p:cNvGrpSpPr/>
          <p:nvPr/>
        </p:nvGrpSpPr>
        <p:grpSpPr>
          <a:xfrm>
            <a:off x="109831" y="406982"/>
            <a:ext cx="269399" cy="256048"/>
            <a:chOff x="1406075" y="3845750"/>
            <a:chExt cx="415675" cy="395075"/>
          </a:xfrm>
        </p:grpSpPr>
        <p:sp>
          <p:nvSpPr>
            <p:cNvPr id="285" name="Google Shape;285;p1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" name="Google Shape;288;p11"/>
          <p:cNvGrpSpPr/>
          <p:nvPr/>
        </p:nvGrpSpPr>
        <p:grpSpPr>
          <a:xfrm>
            <a:off x="8551281" y="214732"/>
            <a:ext cx="269399" cy="256048"/>
            <a:chOff x="1406075" y="3845750"/>
            <a:chExt cx="415675" cy="395075"/>
          </a:xfrm>
        </p:grpSpPr>
        <p:sp>
          <p:nvSpPr>
            <p:cNvPr id="289" name="Google Shape;289;p1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8058181" y="4285107"/>
            <a:ext cx="269399" cy="256048"/>
            <a:chOff x="1406075" y="3845750"/>
            <a:chExt cx="415675" cy="395075"/>
          </a:xfrm>
        </p:grpSpPr>
        <p:sp>
          <p:nvSpPr>
            <p:cNvPr id="293" name="Google Shape;293;p1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" name="Google Shape;296;p11"/>
          <p:cNvGrpSpPr/>
          <p:nvPr/>
        </p:nvGrpSpPr>
        <p:grpSpPr>
          <a:xfrm>
            <a:off x="2205081" y="57157"/>
            <a:ext cx="269399" cy="256048"/>
            <a:chOff x="1406075" y="3845750"/>
            <a:chExt cx="415675" cy="395075"/>
          </a:xfrm>
        </p:grpSpPr>
        <p:sp>
          <p:nvSpPr>
            <p:cNvPr id="297" name="Google Shape;297;p1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11"/>
          <p:cNvGrpSpPr/>
          <p:nvPr/>
        </p:nvGrpSpPr>
        <p:grpSpPr>
          <a:xfrm>
            <a:off x="8820681" y="3379457"/>
            <a:ext cx="269399" cy="256048"/>
            <a:chOff x="1406075" y="3845750"/>
            <a:chExt cx="415675" cy="395075"/>
          </a:xfrm>
        </p:grpSpPr>
        <p:sp>
          <p:nvSpPr>
            <p:cNvPr id="301" name="Google Shape;301;p1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4" name="Google Shape;304;p11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7899725" y="4069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1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263550" y="8122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11"/>
          <p:cNvGrpSpPr/>
          <p:nvPr/>
        </p:nvGrpSpPr>
        <p:grpSpPr>
          <a:xfrm>
            <a:off x="4050706" y="4843357"/>
            <a:ext cx="269399" cy="256048"/>
            <a:chOff x="1406075" y="3845750"/>
            <a:chExt cx="415675" cy="395075"/>
          </a:xfrm>
        </p:grpSpPr>
        <p:sp>
          <p:nvSpPr>
            <p:cNvPr id="307" name="Google Shape;307;p1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3"/>
          <p:cNvSpPr txBox="1">
            <a:spLocks noGrp="1"/>
          </p:cNvSpPr>
          <p:nvPr>
            <p:ph type="title" idx="2" hasCustomPrompt="1"/>
          </p:nvPr>
        </p:nvSpPr>
        <p:spPr>
          <a:xfrm>
            <a:off x="2653706" y="1255939"/>
            <a:ext cx="5973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5" name="Google Shape;315;p13"/>
          <p:cNvSpPr txBox="1">
            <a:spLocks noGrp="1"/>
          </p:cNvSpPr>
          <p:nvPr>
            <p:ph type="subTitle" idx="1"/>
          </p:nvPr>
        </p:nvSpPr>
        <p:spPr>
          <a:xfrm>
            <a:off x="1699856" y="2303590"/>
            <a:ext cx="2505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3"/>
          <p:cNvSpPr txBox="1">
            <a:spLocks noGrp="1"/>
          </p:cNvSpPr>
          <p:nvPr>
            <p:ph type="title" idx="3" hasCustomPrompt="1"/>
          </p:nvPr>
        </p:nvSpPr>
        <p:spPr>
          <a:xfrm>
            <a:off x="5885299" y="1255939"/>
            <a:ext cx="5973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7" name="Google Shape;317;p13"/>
          <p:cNvSpPr txBox="1">
            <a:spLocks noGrp="1"/>
          </p:cNvSpPr>
          <p:nvPr>
            <p:ph type="subTitle" idx="4"/>
          </p:nvPr>
        </p:nvSpPr>
        <p:spPr>
          <a:xfrm>
            <a:off x="4931449" y="2303590"/>
            <a:ext cx="2505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3"/>
          <p:cNvSpPr txBox="1">
            <a:spLocks noGrp="1"/>
          </p:cNvSpPr>
          <p:nvPr>
            <p:ph type="title" idx="5" hasCustomPrompt="1"/>
          </p:nvPr>
        </p:nvSpPr>
        <p:spPr>
          <a:xfrm>
            <a:off x="2653706" y="3083723"/>
            <a:ext cx="5973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9" name="Google Shape;319;p13"/>
          <p:cNvSpPr txBox="1">
            <a:spLocks noGrp="1"/>
          </p:cNvSpPr>
          <p:nvPr>
            <p:ph type="subTitle" idx="6"/>
          </p:nvPr>
        </p:nvSpPr>
        <p:spPr>
          <a:xfrm>
            <a:off x="1699856" y="4127165"/>
            <a:ext cx="2505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3"/>
          <p:cNvSpPr txBox="1">
            <a:spLocks noGrp="1"/>
          </p:cNvSpPr>
          <p:nvPr>
            <p:ph type="title" idx="7" hasCustomPrompt="1"/>
          </p:nvPr>
        </p:nvSpPr>
        <p:spPr>
          <a:xfrm>
            <a:off x="5885299" y="3083723"/>
            <a:ext cx="5973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1" name="Google Shape;321;p13"/>
          <p:cNvSpPr txBox="1">
            <a:spLocks noGrp="1"/>
          </p:cNvSpPr>
          <p:nvPr>
            <p:ph type="subTitle" idx="8"/>
          </p:nvPr>
        </p:nvSpPr>
        <p:spPr>
          <a:xfrm>
            <a:off x="4931449" y="4127165"/>
            <a:ext cx="2505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3"/>
          <p:cNvSpPr txBox="1">
            <a:spLocks noGrp="1"/>
          </p:cNvSpPr>
          <p:nvPr>
            <p:ph type="subTitle" idx="9"/>
          </p:nvPr>
        </p:nvSpPr>
        <p:spPr>
          <a:xfrm>
            <a:off x="1699856" y="1784762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3" name="Google Shape;323;p13"/>
          <p:cNvSpPr txBox="1">
            <a:spLocks noGrp="1"/>
          </p:cNvSpPr>
          <p:nvPr>
            <p:ph type="subTitle" idx="13"/>
          </p:nvPr>
        </p:nvSpPr>
        <p:spPr>
          <a:xfrm>
            <a:off x="4931449" y="1784762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4" name="Google Shape;324;p13"/>
          <p:cNvSpPr txBox="1">
            <a:spLocks noGrp="1"/>
          </p:cNvSpPr>
          <p:nvPr>
            <p:ph type="subTitle" idx="14"/>
          </p:nvPr>
        </p:nvSpPr>
        <p:spPr>
          <a:xfrm>
            <a:off x="1699856" y="3608096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5" name="Google Shape;325;p13"/>
          <p:cNvSpPr txBox="1">
            <a:spLocks noGrp="1"/>
          </p:cNvSpPr>
          <p:nvPr>
            <p:ph type="subTitle" idx="15"/>
          </p:nvPr>
        </p:nvSpPr>
        <p:spPr>
          <a:xfrm>
            <a:off x="4931449" y="3608096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326" name="Google Shape;32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">
            <a:off x="7300899" y="162662"/>
            <a:ext cx="2256024" cy="132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3"/>
          <p:cNvPicPr preferRelativeResize="0"/>
          <p:nvPr/>
        </p:nvPicPr>
        <p:blipFill rotWithShape="1">
          <a:blip r:embed="rId3">
            <a:alphaModFix/>
          </a:blip>
          <a:srcRect l="27420" b="33470"/>
          <a:stretch/>
        </p:blipFill>
        <p:spPr>
          <a:xfrm>
            <a:off x="331150" y="4128473"/>
            <a:ext cx="890850" cy="697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13"/>
          <p:cNvGrpSpPr/>
          <p:nvPr/>
        </p:nvGrpSpPr>
        <p:grpSpPr>
          <a:xfrm>
            <a:off x="8723668" y="3028757"/>
            <a:ext cx="269399" cy="256048"/>
            <a:chOff x="1406075" y="3845750"/>
            <a:chExt cx="415675" cy="395075"/>
          </a:xfrm>
        </p:grpSpPr>
        <p:sp>
          <p:nvSpPr>
            <p:cNvPr id="329" name="Google Shape;329;p1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3"/>
          <p:cNvGrpSpPr/>
          <p:nvPr/>
        </p:nvGrpSpPr>
        <p:grpSpPr>
          <a:xfrm>
            <a:off x="8004643" y="162657"/>
            <a:ext cx="269399" cy="256048"/>
            <a:chOff x="1406075" y="3845750"/>
            <a:chExt cx="415675" cy="395075"/>
          </a:xfrm>
        </p:grpSpPr>
        <p:sp>
          <p:nvSpPr>
            <p:cNvPr id="333" name="Google Shape;333;p1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" name="Google Shape;336;p13"/>
          <p:cNvGrpSpPr/>
          <p:nvPr/>
        </p:nvGrpSpPr>
        <p:grpSpPr>
          <a:xfrm>
            <a:off x="8004643" y="4731982"/>
            <a:ext cx="269399" cy="256048"/>
            <a:chOff x="1406075" y="3845750"/>
            <a:chExt cx="415675" cy="395075"/>
          </a:xfrm>
        </p:grpSpPr>
        <p:sp>
          <p:nvSpPr>
            <p:cNvPr id="337" name="Google Shape;337;p1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13"/>
          <p:cNvGrpSpPr/>
          <p:nvPr/>
        </p:nvGrpSpPr>
        <p:grpSpPr>
          <a:xfrm>
            <a:off x="402618" y="49957"/>
            <a:ext cx="269399" cy="256048"/>
            <a:chOff x="1406075" y="3845750"/>
            <a:chExt cx="415675" cy="395075"/>
          </a:xfrm>
        </p:grpSpPr>
        <p:sp>
          <p:nvSpPr>
            <p:cNvPr id="341" name="Google Shape;341;p1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13"/>
          <p:cNvGrpSpPr/>
          <p:nvPr/>
        </p:nvGrpSpPr>
        <p:grpSpPr>
          <a:xfrm>
            <a:off x="719993" y="4833157"/>
            <a:ext cx="269399" cy="256048"/>
            <a:chOff x="1406075" y="3845750"/>
            <a:chExt cx="415675" cy="395075"/>
          </a:xfrm>
        </p:grpSpPr>
        <p:sp>
          <p:nvSpPr>
            <p:cNvPr id="345" name="Google Shape;345;p1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13"/>
          <p:cNvGrpSpPr/>
          <p:nvPr/>
        </p:nvGrpSpPr>
        <p:grpSpPr>
          <a:xfrm>
            <a:off x="269668" y="3865582"/>
            <a:ext cx="269399" cy="256048"/>
            <a:chOff x="1406075" y="3845750"/>
            <a:chExt cx="415675" cy="395075"/>
          </a:xfrm>
        </p:grpSpPr>
        <p:sp>
          <p:nvSpPr>
            <p:cNvPr id="349" name="Google Shape;349;p1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4"/>
          <p:cNvSpPr txBox="1">
            <a:spLocks noGrp="1"/>
          </p:cNvSpPr>
          <p:nvPr>
            <p:ph type="subTitle" idx="1"/>
          </p:nvPr>
        </p:nvSpPr>
        <p:spPr>
          <a:xfrm>
            <a:off x="715100" y="3205095"/>
            <a:ext cx="4025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5" name="Google Shape;355;p14"/>
          <p:cNvSpPr txBox="1">
            <a:spLocks noGrp="1"/>
          </p:cNvSpPr>
          <p:nvPr>
            <p:ph type="title"/>
          </p:nvPr>
        </p:nvSpPr>
        <p:spPr>
          <a:xfrm>
            <a:off x="715100" y="2665555"/>
            <a:ext cx="4025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56" name="Google Shape;356;p14"/>
          <p:cNvGrpSpPr/>
          <p:nvPr/>
        </p:nvGrpSpPr>
        <p:grpSpPr>
          <a:xfrm>
            <a:off x="267506" y="4412382"/>
            <a:ext cx="269399" cy="256048"/>
            <a:chOff x="1406075" y="3845750"/>
            <a:chExt cx="415675" cy="395075"/>
          </a:xfrm>
        </p:grpSpPr>
        <p:sp>
          <p:nvSpPr>
            <p:cNvPr id="357" name="Google Shape;357;p1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14"/>
          <p:cNvGrpSpPr/>
          <p:nvPr/>
        </p:nvGrpSpPr>
        <p:grpSpPr>
          <a:xfrm>
            <a:off x="8761406" y="4239557"/>
            <a:ext cx="269399" cy="256048"/>
            <a:chOff x="1406075" y="3845750"/>
            <a:chExt cx="415675" cy="395075"/>
          </a:xfrm>
        </p:grpSpPr>
        <p:sp>
          <p:nvSpPr>
            <p:cNvPr id="361" name="Google Shape;361;p1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14"/>
          <p:cNvGrpSpPr/>
          <p:nvPr/>
        </p:nvGrpSpPr>
        <p:grpSpPr>
          <a:xfrm>
            <a:off x="7282656" y="4722632"/>
            <a:ext cx="269399" cy="256048"/>
            <a:chOff x="1406075" y="3845750"/>
            <a:chExt cx="415675" cy="395075"/>
          </a:xfrm>
        </p:grpSpPr>
        <p:sp>
          <p:nvSpPr>
            <p:cNvPr id="365" name="Google Shape;365;p1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" name="Google Shape;368;p14"/>
          <p:cNvGrpSpPr/>
          <p:nvPr/>
        </p:nvGrpSpPr>
        <p:grpSpPr>
          <a:xfrm>
            <a:off x="8492006" y="2378432"/>
            <a:ext cx="269399" cy="256048"/>
            <a:chOff x="1406075" y="3845750"/>
            <a:chExt cx="415675" cy="395075"/>
          </a:xfrm>
        </p:grpSpPr>
        <p:sp>
          <p:nvSpPr>
            <p:cNvPr id="369" name="Google Shape;369;p1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" name="Google Shape;372;p14"/>
          <p:cNvGrpSpPr/>
          <p:nvPr/>
        </p:nvGrpSpPr>
        <p:grpSpPr>
          <a:xfrm>
            <a:off x="399781" y="1952182"/>
            <a:ext cx="269399" cy="256048"/>
            <a:chOff x="1406075" y="3845750"/>
            <a:chExt cx="415675" cy="395075"/>
          </a:xfrm>
        </p:grpSpPr>
        <p:sp>
          <p:nvSpPr>
            <p:cNvPr id="373" name="Google Shape;373;p1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76" name="Google Shape;37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7488" y="4559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14"/>
          <p:cNvGrpSpPr/>
          <p:nvPr/>
        </p:nvGrpSpPr>
        <p:grpSpPr>
          <a:xfrm>
            <a:off x="6534956" y="199932"/>
            <a:ext cx="269399" cy="256048"/>
            <a:chOff x="1406075" y="3845750"/>
            <a:chExt cx="415675" cy="395075"/>
          </a:xfrm>
        </p:grpSpPr>
        <p:sp>
          <p:nvSpPr>
            <p:cNvPr id="378" name="Google Shape;378;p1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5"/>
          <p:cNvSpPr txBox="1">
            <a:spLocks noGrp="1"/>
          </p:cNvSpPr>
          <p:nvPr>
            <p:ph type="subTitle" idx="1"/>
          </p:nvPr>
        </p:nvSpPr>
        <p:spPr>
          <a:xfrm>
            <a:off x="720000" y="2058125"/>
            <a:ext cx="23364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subTitle" idx="2"/>
          </p:nvPr>
        </p:nvSpPr>
        <p:spPr>
          <a:xfrm>
            <a:off x="720000" y="2496151"/>
            <a:ext cx="2336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3"/>
          </p:nvPr>
        </p:nvSpPr>
        <p:spPr>
          <a:xfrm>
            <a:off x="3403800" y="3639151"/>
            <a:ext cx="2336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 txBox="1">
            <a:spLocks noGrp="1"/>
          </p:cNvSpPr>
          <p:nvPr>
            <p:ph type="subTitle" idx="4"/>
          </p:nvPr>
        </p:nvSpPr>
        <p:spPr>
          <a:xfrm>
            <a:off x="6087600" y="2496151"/>
            <a:ext cx="2336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15"/>
          <p:cNvSpPr txBox="1">
            <a:spLocks noGrp="1"/>
          </p:cNvSpPr>
          <p:nvPr>
            <p:ph type="subTitle" idx="5"/>
          </p:nvPr>
        </p:nvSpPr>
        <p:spPr>
          <a:xfrm>
            <a:off x="3403800" y="3201125"/>
            <a:ext cx="23364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9" name="Google Shape;389;p15"/>
          <p:cNvSpPr txBox="1">
            <a:spLocks noGrp="1"/>
          </p:cNvSpPr>
          <p:nvPr>
            <p:ph type="subTitle" idx="6"/>
          </p:nvPr>
        </p:nvSpPr>
        <p:spPr>
          <a:xfrm>
            <a:off x="6087600" y="2058125"/>
            <a:ext cx="23364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90" name="Google Shape;390;p15"/>
          <p:cNvGrpSpPr/>
          <p:nvPr/>
        </p:nvGrpSpPr>
        <p:grpSpPr>
          <a:xfrm>
            <a:off x="375656" y="188982"/>
            <a:ext cx="269399" cy="256048"/>
            <a:chOff x="1406075" y="3845750"/>
            <a:chExt cx="415675" cy="395075"/>
          </a:xfrm>
        </p:grpSpPr>
        <p:sp>
          <p:nvSpPr>
            <p:cNvPr id="391" name="Google Shape;391;p1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15"/>
          <p:cNvGrpSpPr/>
          <p:nvPr/>
        </p:nvGrpSpPr>
        <p:grpSpPr>
          <a:xfrm>
            <a:off x="8482106" y="761682"/>
            <a:ext cx="269399" cy="256048"/>
            <a:chOff x="1406075" y="3845750"/>
            <a:chExt cx="415675" cy="395075"/>
          </a:xfrm>
        </p:grpSpPr>
        <p:sp>
          <p:nvSpPr>
            <p:cNvPr id="395" name="Google Shape;395;p1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15"/>
          <p:cNvGrpSpPr/>
          <p:nvPr/>
        </p:nvGrpSpPr>
        <p:grpSpPr>
          <a:xfrm>
            <a:off x="7602056" y="4739282"/>
            <a:ext cx="269399" cy="256048"/>
            <a:chOff x="1406075" y="3845750"/>
            <a:chExt cx="415675" cy="395075"/>
          </a:xfrm>
        </p:grpSpPr>
        <p:sp>
          <p:nvSpPr>
            <p:cNvPr id="399" name="Google Shape;399;p1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" name="Google Shape;402;p15"/>
          <p:cNvGrpSpPr/>
          <p:nvPr/>
        </p:nvGrpSpPr>
        <p:grpSpPr>
          <a:xfrm>
            <a:off x="8819906" y="3605807"/>
            <a:ext cx="269399" cy="256048"/>
            <a:chOff x="1406075" y="3845750"/>
            <a:chExt cx="415675" cy="395075"/>
          </a:xfrm>
        </p:grpSpPr>
        <p:sp>
          <p:nvSpPr>
            <p:cNvPr id="403" name="Google Shape;403;p1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6" name="Google Shape;406;p15"/>
          <p:cNvGrpSpPr/>
          <p:nvPr/>
        </p:nvGrpSpPr>
        <p:grpSpPr>
          <a:xfrm>
            <a:off x="8086876" y="4562545"/>
            <a:ext cx="684048" cy="406653"/>
            <a:chOff x="152963" y="1275314"/>
            <a:chExt cx="777239" cy="462053"/>
          </a:xfrm>
        </p:grpSpPr>
        <p:sp>
          <p:nvSpPr>
            <p:cNvPr id="407" name="Google Shape;407;p15"/>
            <p:cNvSpPr/>
            <p:nvPr/>
          </p:nvSpPr>
          <p:spPr>
            <a:xfrm>
              <a:off x="152963" y="1339318"/>
              <a:ext cx="777239" cy="398049"/>
            </a:xfrm>
            <a:custGeom>
              <a:avLst/>
              <a:gdLst/>
              <a:ahLst/>
              <a:cxnLst/>
              <a:rect l="l" t="t" r="r" b="b"/>
              <a:pathLst>
                <a:path w="5436" h="2784" extrusionOk="0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8" name="Google Shape;408;p15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409" name="Google Shape;409;p15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84" extrusionOk="0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5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60" extrusionOk="0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5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232" extrusionOk="0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5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43" extrusionOk="0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3" name="Google Shape;413;p15"/>
          <p:cNvGrpSpPr/>
          <p:nvPr/>
        </p:nvGrpSpPr>
        <p:grpSpPr>
          <a:xfrm>
            <a:off x="8174689" y="4050520"/>
            <a:ext cx="684048" cy="406653"/>
            <a:chOff x="152963" y="1275314"/>
            <a:chExt cx="777239" cy="462053"/>
          </a:xfrm>
        </p:grpSpPr>
        <p:sp>
          <p:nvSpPr>
            <p:cNvPr id="414" name="Google Shape;414;p15"/>
            <p:cNvSpPr/>
            <p:nvPr/>
          </p:nvSpPr>
          <p:spPr>
            <a:xfrm>
              <a:off x="152963" y="1339318"/>
              <a:ext cx="777239" cy="398049"/>
            </a:xfrm>
            <a:custGeom>
              <a:avLst/>
              <a:gdLst/>
              <a:ahLst/>
              <a:cxnLst/>
              <a:rect l="l" t="t" r="r" b="b"/>
              <a:pathLst>
                <a:path w="5436" h="2784" extrusionOk="0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5" name="Google Shape;415;p15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416" name="Google Shape;416;p15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84" extrusionOk="0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5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60" extrusionOk="0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5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232" extrusionOk="0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5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43" extrusionOk="0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0" name="Google Shape;420;p15"/>
          <p:cNvGrpSpPr/>
          <p:nvPr/>
        </p:nvGrpSpPr>
        <p:grpSpPr>
          <a:xfrm flipH="1">
            <a:off x="240514" y="4457170"/>
            <a:ext cx="684048" cy="406653"/>
            <a:chOff x="152963" y="1275314"/>
            <a:chExt cx="777239" cy="462053"/>
          </a:xfrm>
        </p:grpSpPr>
        <p:sp>
          <p:nvSpPr>
            <p:cNvPr id="421" name="Google Shape;421;p15"/>
            <p:cNvSpPr/>
            <p:nvPr/>
          </p:nvSpPr>
          <p:spPr>
            <a:xfrm>
              <a:off x="152963" y="1339318"/>
              <a:ext cx="777239" cy="398049"/>
            </a:xfrm>
            <a:custGeom>
              <a:avLst/>
              <a:gdLst/>
              <a:ahLst/>
              <a:cxnLst/>
              <a:rect l="l" t="t" r="r" b="b"/>
              <a:pathLst>
                <a:path w="5436" h="2784" extrusionOk="0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2" name="Google Shape;422;p15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423" name="Google Shape;423;p15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84" extrusionOk="0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5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60" extrusionOk="0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5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232" extrusionOk="0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5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43" extrusionOk="0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7" name="Google Shape;427;p15"/>
          <p:cNvGrpSpPr/>
          <p:nvPr/>
        </p:nvGrpSpPr>
        <p:grpSpPr>
          <a:xfrm>
            <a:off x="996281" y="4125832"/>
            <a:ext cx="269399" cy="256048"/>
            <a:chOff x="1406075" y="3845750"/>
            <a:chExt cx="415675" cy="395075"/>
          </a:xfrm>
        </p:grpSpPr>
        <p:sp>
          <p:nvSpPr>
            <p:cNvPr id="428" name="Google Shape;428;p1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6"/>
          <p:cNvSpPr txBox="1">
            <a:spLocks noGrp="1"/>
          </p:cNvSpPr>
          <p:nvPr>
            <p:ph type="subTitle" idx="1"/>
          </p:nvPr>
        </p:nvSpPr>
        <p:spPr>
          <a:xfrm>
            <a:off x="717997" y="3284888"/>
            <a:ext cx="24129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5" name="Google Shape;435;p16"/>
          <p:cNvSpPr txBox="1">
            <a:spLocks noGrp="1"/>
          </p:cNvSpPr>
          <p:nvPr>
            <p:ph type="subTitle" idx="2"/>
          </p:nvPr>
        </p:nvSpPr>
        <p:spPr>
          <a:xfrm>
            <a:off x="3378495" y="3284889"/>
            <a:ext cx="24129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6" name="Google Shape;436;p16"/>
          <p:cNvSpPr txBox="1">
            <a:spLocks noGrp="1"/>
          </p:cNvSpPr>
          <p:nvPr>
            <p:ph type="subTitle" idx="3"/>
          </p:nvPr>
        </p:nvSpPr>
        <p:spPr>
          <a:xfrm>
            <a:off x="6006278" y="3284889"/>
            <a:ext cx="24129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7" name="Google Shape;437;p16"/>
          <p:cNvSpPr txBox="1">
            <a:spLocks noGrp="1"/>
          </p:cNvSpPr>
          <p:nvPr>
            <p:ph type="subTitle" idx="4"/>
          </p:nvPr>
        </p:nvSpPr>
        <p:spPr>
          <a:xfrm>
            <a:off x="715100" y="2232200"/>
            <a:ext cx="24129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6"/>
          <p:cNvSpPr txBox="1">
            <a:spLocks noGrp="1"/>
          </p:cNvSpPr>
          <p:nvPr>
            <p:ph type="subTitle" idx="5"/>
          </p:nvPr>
        </p:nvSpPr>
        <p:spPr>
          <a:xfrm>
            <a:off x="3375596" y="2232211"/>
            <a:ext cx="24129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16"/>
          <p:cNvSpPr txBox="1">
            <a:spLocks noGrp="1"/>
          </p:cNvSpPr>
          <p:nvPr>
            <p:ph type="subTitle" idx="6"/>
          </p:nvPr>
        </p:nvSpPr>
        <p:spPr>
          <a:xfrm>
            <a:off x="6003377" y="2232223"/>
            <a:ext cx="24129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0" name="Google Shape;440;p16"/>
          <p:cNvGrpSpPr/>
          <p:nvPr/>
        </p:nvGrpSpPr>
        <p:grpSpPr>
          <a:xfrm>
            <a:off x="102181" y="4173582"/>
            <a:ext cx="269399" cy="256048"/>
            <a:chOff x="1406075" y="3845750"/>
            <a:chExt cx="415675" cy="395075"/>
          </a:xfrm>
        </p:grpSpPr>
        <p:sp>
          <p:nvSpPr>
            <p:cNvPr id="441" name="Google Shape;441;p1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16"/>
          <p:cNvGrpSpPr/>
          <p:nvPr/>
        </p:nvGrpSpPr>
        <p:grpSpPr>
          <a:xfrm>
            <a:off x="4016256" y="4717182"/>
            <a:ext cx="269399" cy="256048"/>
            <a:chOff x="1406075" y="3845750"/>
            <a:chExt cx="415675" cy="395075"/>
          </a:xfrm>
        </p:grpSpPr>
        <p:sp>
          <p:nvSpPr>
            <p:cNvPr id="445" name="Google Shape;445;p1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16"/>
          <p:cNvGrpSpPr/>
          <p:nvPr/>
        </p:nvGrpSpPr>
        <p:grpSpPr>
          <a:xfrm>
            <a:off x="8568206" y="3638832"/>
            <a:ext cx="269399" cy="256048"/>
            <a:chOff x="1406075" y="3845750"/>
            <a:chExt cx="415675" cy="395075"/>
          </a:xfrm>
        </p:grpSpPr>
        <p:sp>
          <p:nvSpPr>
            <p:cNvPr id="449" name="Google Shape;449;p1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" name="Google Shape;452;p16"/>
          <p:cNvGrpSpPr/>
          <p:nvPr/>
        </p:nvGrpSpPr>
        <p:grpSpPr>
          <a:xfrm>
            <a:off x="371581" y="1687907"/>
            <a:ext cx="269399" cy="256048"/>
            <a:chOff x="1406075" y="3845750"/>
            <a:chExt cx="415675" cy="395075"/>
          </a:xfrm>
        </p:grpSpPr>
        <p:sp>
          <p:nvSpPr>
            <p:cNvPr id="453" name="Google Shape;453;p1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6" name="Google Shape;45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70672" y="310450"/>
            <a:ext cx="1872376" cy="127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6"/>
          <p:cNvPicPr preferRelativeResize="0"/>
          <p:nvPr/>
        </p:nvPicPr>
        <p:blipFill rotWithShape="1">
          <a:blip r:embed="rId3">
            <a:alphaModFix/>
          </a:blip>
          <a:srcRect t="61366" r="61532"/>
          <a:stretch/>
        </p:blipFill>
        <p:spPr>
          <a:xfrm flipH="1">
            <a:off x="442275" y="456800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6"/>
          <p:cNvPicPr preferRelativeResize="0"/>
          <p:nvPr/>
        </p:nvPicPr>
        <p:blipFill rotWithShape="1">
          <a:blip r:embed="rId3">
            <a:alphaModFix/>
          </a:blip>
          <a:srcRect t="61366" r="61532"/>
          <a:stretch/>
        </p:blipFill>
        <p:spPr>
          <a:xfrm>
            <a:off x="819750" y="4173580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16"/>
          <p:cNvGrpSpPr/>
          <p:nvPr/>
        </p:nvGrpSpPr>
        <p:grpSpPr>
          <a:xfrm>
            <a:off x="1540131" y="188982"/>
            <a:ext cx="269399" cy="256048"/>
            <a:chOff x="1406075" y="3845750"/>
            <a:chExt cx="415675" cy="395075"/>
          </a:xfrm>
        </p:grpSpPr>
        <p:sp>
          <p:nvSpPr>
            <p:cNvPr id="460" name="Google Shape;460;p1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16"/>
          <p:cNvGrpSpPr/>
          <p:nvPr/>
        </p:nvGrpSpPr>
        <p:grpSpPr>
          <a:xfrm>
            <a:off x="8568206" y="310457"/>
            <a:ext cx="269399" cy="256048"/>
            <a:chOff x="1406075" y="3845750"/>
            <a:chExt cx="415675" cy="395075"/>
          </a:xfrm>
        </p:grpSpPr>
        <p:sp>
          <p:nvSpPr>
            <p:cNvPr id="464" name="Google Shape;464;p1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7"/>
          <p:cNvSpPr txBox="1">
            <a:spLocks noGrp="1"/>
          </p:cNvSpPr>
          <p:nvPr>
            <p:ph type="subTitle" idx="1"/>
          </p:nvPr>
        </p:nvSpPr>
        <p:spPr>
          <a:xfrm>
            <a:off x="1177125" y="158527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1" name="Google Shape;471;p17"/>
          <p:cNvSpPr txBox="1">
            <a:spLocks noGrp="1"/>
          </p:cNvSpPr>
          <p:nvPr>
            <p:ph type="subTitle" idx="2"/>
          </p:nvPr>
        </p:nvSpPr>
        <p:spPr>
          <a:xfrm>
            <a:off x="1177200" y="1953575"/>
            <a:ext cx="2399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17"/>
          <p:cNvSpPr txBox="1">
            <a:spLocks noGrp="1"/>
          </p:cNvSpPr>
          <p:nvPr>
            <p:ph type="subTitle" idx="3"/>
          </p:nvPr>
        </p:nvSpPr>
        <p:spPr>
          <a:xfrm>
            <a:off x="5567175" y="1953575"/>
            <a:ext cx="2399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17"/>
          <p:cNvSpPr txBox="1">
            <a:spLocks noGrp="1"/>
          </p:cNvSpPr>
          <p:nvPr>
            <p:ph type="subTitle" idx="4"/>
          </p:nvPr>
        </p:nvSpPr>
        <p:spPr>
          <a:xfrm>
            <a:off x="1177200" y="3715725"/>
            <a:ext cx="2399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17"/>
          <p:cNvSpPr txBox="1">
            <a:spLocks noGrp="1"/>
          </p:cNvSpPr>
          <p:nvPr>
            <p:ph type="subTitle" idx="5"/>
          </p:nvPr>
        </p:nvSpPr>
        <p:spPr>
          <a:xfrm>
            <a:off x="5567175" y="3715725"/>
            <a:ext cx="2399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17"/>
          <p:cNvSpPr txBox="1">
            <a:spLocks noGrp="1"/>
          </p:cNvSpPr>
          <p:nvPr>
            <p:ph type="subTitle" idx="6"/>
          </p:nvPr>
        </p:nvSpPr>
        <p:spPr>
          <a:xfrm>
            <a:off x="1177275" y="334742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6" name="Google Shape;476;p17"/>
          <p:cNvSpPr txBox="1">
            <a:spLocks noGrp="1"/>
          </p:cNvSpPr>
          <p:nvPr>
            <p:ph type="subTitle" idx="7"/>
          </p:nvPr>
        </p:nvSpPr>
        <p:spPr>
          <a:xfrm>
            <a:off x="5567150" y="158527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7" name="Google Shape;477;p17"/>
          <p:cNvSpPr txBox="1">
            <a:spLocks noGrp="1"/>
          </p:cNvSpPr>
          <p:nvPr>
            <p:ph type="subTitle" idx="8"/>
          </p:nvPr>
        </p:nvSpPr>
        <p:spPr>
          <a:xfrm>
            <a:off x="5567149" y="334742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78" name="Google Shape;478;p17"/>
          <p:cNvGrpSpPr/>
          <p:nvPr/>
        </p:nvGrpSpPr>
        <p:grpSpPr>
          <a:xfrm>
            <a:off x="80406" y="238207"/>
            <a:ext cx="269399" cy="256048"/>
            <a:chOff x="1406075" y="3845750"/>
            <a:chExt cx="415675" cy="395075"/>
          </a:xfrm>
        </p:grpSpPr>
        <p:sp>
          <p:nvSpPr>
            <p:cNvPr id="479" name="Google Shape;479;p1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" name="Google Shape;482;p17"/>
          <p:cNvGrpSpPr/>
          <p:nvPr/>
        </p:nvGrpSpPr>
        <p:grpSpPr>
          <a:xfrm>
            <a:off x="3967681" y="4480482"/>
            <a:ext cx="269399" cy="256048"/>
            <a:chOff x="1406075" y="3845750"/>
            <a:chExt cx="415675" cy="395075"/>
          </a:xfrm>
        </p:grpSpPr>
        <p:sp>
          <p:nvSpPr>
            <p:cNvPr id="483" name="Google Shape;483;p1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7"/>
          <p:cNvGrpSpPr/>
          <p:nvPr/>
        </p:nvGrpSpPr>
        <p:grpSpPr>
          <a:xfrm>
            <a:off x="7870131" y="4796107"/>
            <a:ext cx="269399" cy="256048"/>
            <a:chOff x="1406075" y="3845750"/>
            <a:chExt cx="415675" cy="395075"/>
          </a:xfrm>
        </p:grpSpPr>
        <p:sp>
          <p:nvSpPr>
            <p:cNvPr id="487" name="Google Shape;487;p1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17"/>
          <p:cNvGrpSpPr/>
          <p:nvPr/>
        </p:nvGrpSpPr>
        <p:grpSpPr>
          <a:xfrm>
            <a:off x="5533431" y="117307"/>
            <a:ext cx="269399" cy="256048"/>
            <a:chOff x="1406075" y="3845750"/>
            <a:chExt cx="415675" cy="395075"/>
          </a:xfrm>
        </p:grpSpPr>
        <p:sp>
          <p:nvSpPr>
            <p:cNvPr id="491" name="Google Shape;491;p1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17"/>
          <p:cNvGrpSpPr/>
          <p:nvPr/>
        </p:nvGrpSpPr>
        <p:grpSpPr>
          <a:xfrm>
            <a:off x="8735206" y="2051482"/>
            <a:ext cx="269399" cy="256048"/>
            <a:chOff x="1406075" y="3845750"/>
            <a:chExt cx="415675" cy="395075"/>
          </a:xfrm>
        </p:grpSpPr>
        <p:sp>
          <p:nvSpPr>
            <p:cNvPr id="495" name="Google Shape;495;p1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98" name="Google Shape;49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18213" y="44804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2013" y="7815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31863" y="330250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17"/>
          <p:cNvGrpSpPr/>
          <p:nvPr/>
        </p:nvGrpSpPr>
        <p:grpSpPr>
          <a:xfrm>
            <a:off x="349806" y="3668432"/>
            <a:ext cx="269399" cy="256048"/>
            <a:chOff x="1406075" y="3845750"/>
            <a:chExt cx="415675" cy="395075"/>
          </a:xfrm>
        </p:grpSpPr>
        <p:sp>
          <p:nvSpPr>
            <p:cNvPr id="502" name="Google Shape;502;p1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8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8"/>
          <p:cNvSpPr txBox="1">
            <a:spLocks noGrp="1"/>
          </p:cNvSpPr>
          <p:nvPr>
            <p:ph type="subTitle" idx="1"/>
          </p:nvPr>
        </p:nvSpPr>
        <p:spPr>
          <a:xfrm>
            <a:off x="832150" y="2047743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18"/>
          <p:cNvSpPr txBox="1">
            <a:spLocks noGrp="1"/>
          </p:cNvSpPr>
          <p:nvPr>
            <p:ph type="subTitle" idx="2"/>
          </p:nvPr>
        </p:nvSpPr>
        <p:spPr>
          <a:xfrm>
            <a:off x="3490868" y="2047743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18"/>
          <p:cNvSpPr txBox="1">
            <a:spLocks noGrp="1"/>
          </p:cNvSpPr>
          <p:nvPr>
            <p:ph type="subTitle" idx="3"/>
          </p:nvPr>
        </p:nvSpPr>
        <p:spPr>
          <a:xfrm>
            <a:off x="6149585" y="2047743"/>
            <a:ext cx="2107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18"/>
          <p:cNvSpPr txBox="1">
            <a:spLocks noGrp="1"/>
          </p:cNvSpPr>
          <p:nvPr>
            <p:ph type="subTitle" idx="4"/>
          </p:nvPr>
        </p:nvSpPr>
        <p:spPr>
          <a:xfrm>
            <a:off x="832150" y="3578291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18"/>
          <p:cNvSpPr txBox="1">
            <a:spLocks noGrp="1"/>
          </p:cNvSpPr>
          <p:nvPr>
            <p:ph type="subTitle" idx="5"/>
          </p:nvPr>
        </p:nvSpPr>
        <p:spPr>
          <a:xfrm>
            <a:off x="3490868" y="3578291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18"/>
          <p:cNvSpPr txBox="1">
            <a:spLocks noGrp="1"/>
          </p:cNvSpPr>
          <p:nvPr>
            <p:ph type="subTitle" idx="6"/>
          </p:nvPr>
        </p:nvSpPr>
        <p:spPr>
          <a:xfrm>
            <a:off x="6149585" y="3578291"/>
            <a:ext cx="2107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18"/>
          <p:cNvSpPr txBox="1">
            <a:spLocks noGrp="1"/>
          </p:cNvSpPr>
          <p:nvPr>
            <p:ph type="subTitle" idx="7"/>
          </p:nvPr>
        </p:nvSpPr>
        <p:spPr>
          <a:xfrm>
            <a:off x="832150" y="1591700"/>
            <a:ext cx="2112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4" name="Google Shape;514;p18"/>
          <p:cNvSpPr txBox="1">
            <a:spLocks noGrp="1"/>
          </p:cNvSpPr>
          <p:nvPr>
            <p:ph type="subTitle" idx="8"/>
          </p:nvPr>
        </p:nvSpPr>
        <p:spPr>
          <a:xfrm>
            <a:off x="3489518" y="1591700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5" name="Google Shape;515;p18"/>
          <p:cNvSpPr txBox="1">
            <a:spLocks noGrp="1"/>
          </p:cNvSpPr>
          <p:nvPr>
            <p:ph type="subTitle" idx="9"/>
          </p:nvPr>
        </p:nvSpPr>
        <p:spPr>
          <a:xfrm>
            <a:off x="6147185" y="1591700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6" name="Google Shape;516;p18"/>
          <p:cNvSpPr txBox="1">
            <a:spLocks noGrp="1"/>
          </p:cNvSpPr>
          <p:nvPr>
            <p:ph type="subTitle" idx="13"/>
          </p:nvPr>
        </p:nvSpPr>
        <p:spPr>
          <a:xfrm>
            <a:off x="832150" y="3122250"/>
            <a:ext cx="2112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7" name="Google Shape;517;p18"/>
          <p:cNvSpPr txBox="1">
            <a:spLocks noGrp="1"/>
          </p:cNvSpPr>
          <p:nvPr>
            <p:ph type="subTitle" idx="14"/>
          </p:nvPr>
        </p:nvSpPr>
        <p:spPr>
          <a:xfrm>
            <a:off x="3489518" y="3122239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8" name="Google Shape;518;p18"/>
          <p:cNvSpPr txBox="1">
            <a:spLocks noGrp="1"/>
          </p:cNvSpPr>
          <p:nvPr>
            <p:ph type="subTitle" idx="15"/>
          </p:nvPr>
        </p:nvSpPr>
        <p:spPr>
          <a:xfrm>
            <a:off x="6147185" y="3122239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9" name="Google Shape;51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520" name="Google Shape;52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" flipH="1">
            <a:off x="6700451" y="188977"/>
            <a:ext cx="2142297" cy="1269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51788" y="453200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84638" y="427552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3" name="Google Shape;523;p18"/>
          <p:cNvGrpSpPr/>
          <p:nvPr/>
        </p:nvGrpSpPr>
        <p:grpSpPr>
          <a:xfrm>
            <a:off x="8294193" y="603357"/>
            <a:ext cx="269399" cy="256048"/>
            <a:chOff x="1406075" y="3845750"/>
            <a:chExt cx="415675" cy="395075"/>
          </a:xfrm>
        </p:grpSpPr>
        <p:sp>
          <p:nvSpPr>
            <p:cNvPr id="524" name="Google Shape;524;p1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8"/>
          <p:cNvGrpSpPr/>
          <p:nvPr/>
        </p:nvGrpSpPr>
        <p:grpSpPr>
          <a:xfrm>
            <a:off x="908418" y="4736532"/>
            <a:ext cx="269399" cy="256048"/>
            <a:chOff x="1406075" y="3845750"/>
            <a:chExt cx="415675" cy="395075"/>
          </a:xfrm>
        </p:grpSpPr>
        <p:sp>
          <p:nvSpPr>
            <p:cNvPr id="528" name="Google Shape;528;p1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18"/>
          <p:cNvGrpSpPr/>
          <p:nvPr/>
        </p:nvGrpSpPr>
        <p:grpSpPr>
          <a:xfrm>
            <a:off x="375656" y="188982"/>
            <a:ext cx="269399" cy="256048"/>
            <a:chOff x="1406075" y="3845750"/>
            <a:chExt cx="415675" cy="395075"/>
          </a:xfrm>
        </p:grpSpPr>
        <p:sp>
          <p:nvSpPr>
            <p:cNvPr id="532" name="Google Shape;532;p1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18"/>
          <p:cNvGrpSpPr/>
          <p:nvPr/>
        </p:nvGrpSpPr>
        <p:grpSpPr>
          <a:xfrm>
            <a:off x="305606" y="3227332"/>
            <a:ext cx="269399" cy="256048"/>
            <a:chOff x="1406075" y="3845750"/>
            <a:chExt cx="415675" cy="395075"/>
          </a:xfrm>
        </p:grpSpPr>
        <p:sp>
          <p:nvSpPr>
            <p:cNvPr id="536" name="Google Shape;536;p1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9" name="Google Shape;539;p18"/>
          <p:cNvGrpSpPr/>
          <p:nvPr/>
        </p:nvGrpSpPr>
        <p:grpSpPr>
          <a:xfrm>
            <a:off x="7990068" y="4736532"/>
            <a:ext cx="269399" cy="256048"/>
            <a:chOff x="1406075" y="3845750"/>
            <a:chExt cx="415675" cy="395075"/>
          </a:xfrm>
        </p:grpSpPr>
        <p:sp>
          <p:nvSpPr>
            <p:cNvPr id="540" name="Google Shape;540;p1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19"/>
          <p:cNvSpPr txBox="1">
            <a:spLocks noGrp="1"/>
          </p:cNvSpPr>
          <p:nvPr>
            <p:ph type="title" idx="2" hasCustomPrompt="1"/>
          </p:nvPr>
        </p:nvSpPr>
        <p:spPr>
          <a:xfrm>
            <a:off x="2464037" y="1698425"/>
            <a:ext cx="4215900" cy="69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47" name="Google Shape;547;p19"/>
          <p:cNvSpPr txBox="1">
            <a:spLocks noGrp="1"/>
          </p:cNvSpPr>
          <p:nvPr>
            <p:ph type="subTitle" idx="1"/>
          </p:nvPr>
        </p:nvSpPr>
        <p:spPr>
          <a:xfrm flipH="1">
            <a:off x="2463938" y="2509425"/>
            <a:ext cx="4215900" cy="41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9"/>
          <p:cNvSpPr txBox="1">
            <a:spLocks noGrp="1"/>
          </p:cNvSpPr>
          <p:nvPr>
            <p:ph type="title" idx="3" hasCustomPrompt="1"/>
          </p:nvPr>
        </p:nvSpPr>
        <p:spPr>
          <a:xfrm>
            <a:off x="2464162" y="3276175"/>
            <a:ext cx="4215900" cy="69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49" name="Google Shape;549;p19"/>
          <p:cNvSpPr txBox="1">
            <a:spLocks noGrp="1"/>
          </p:cNvSpPr>
          <p:nvPr>
            <p:ph type="subTitle" idx="4"/>
          </p:nvPr>
        </p:nvSpPr>
        <p:spPr>
          <a:xfrm flipH="1">
            <a:off x="2463938" y="4106675"/>
            <a:ext cx="4215900" cy="41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550" name="Google Shape;550;p19"/>
          <p:cNvGrpSpPr/>
          <p:nvPr/>
        </p:nvGrpSpPr>
        <p:grpSpPr>
          <a:xfrm>
            <a:off x="8624243" y="4270032"/>
            <a:ext cx="269399" cy="256048"/>
            <a:chOff x="1406075" y="3845750"/>
            <a:chExt cx="415675" cy="395075"/>
          </a:xfrm>
        </p:grpSpPr>
        <p:sp>
          <p:nvSpPr>
            <p:cNvPr id="551" name="Google Shape;551;p1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" name="Google Shape;554;p19"/>
          <p:cNvGrpSpPr/>
          <p:nvPr/>
        </p:nvGrpSpPr>
        <p:grpSpPr>
          <a:xfrm>
            <a:off x="7325468" y="4445207"/>
            <a:ext cx="269399" cy="256048"/>
            <a:chOff x="1406075" y="3845750"/>
            <a:chExt cx="415675" cy="395075"/>
          </a:xfrm>
        </p:grpSpPr>
        <p:sp>
          <p:nvSpPr>
            <p:cNvPr id="555" name="Google Shape;555;p1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" name="Google Shape;558;p19"/>
          <p:cNvGrpSpPr/>
          <p:nvPr/>
        </p:nvGrpSpPr>
        <p:grpSpPr>
          <a:xfrm>
            <a:off x="3041593" y="188982"/>
            <a:ext cx="269399" cy="256048"/>
            <a:chOff x="1406075" y="3845750"/>
            <a:chExt cx="415675" cy="395075"/>
          </a:xfrm>
        </p:grpSpPr>
        <p:sp>
          <p:nvSpPr>
            <p:cNvPr id="559" name="Google Shape;559;p1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9"/>
          <p:cNvGrpSpPr/>
          <p:nvPr/>
        </p:nvGrpSpPr>
        <p:grpSpPr>
          <a:xfrm>
            <a:off x="8691968" y="1920057"/>
            <a:ext cx="269399" cy="256048"/>
            <a:chOff x="1406075" y="3845750"/>
            <a:chExt cx="415675" cy="395075"/>
          </a:xfrm>
        </p:grpSpPr>
        <p:sp>
          <p:nvSpPr>
            <p:cNvPr id="563" name="Google Shape;563;p1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6" name="Google Shape;566;p19"/>
          <p:cNvGrpSpPr/>
          <p:nvPr/>
        </p:nvGrpSpPr>
        <p:grpSpPr>
          <a:xfrm>
            <a:off x="8078268" y="77532"/>
            <a:ext cx="269399" cy="256048"/>
            <a:chOff x="1406075" y="3845750"/>
            <a:chExt cx="415675" cy="395075"/>
          </a:xfrm>
        </p:grpSpPr>
        <p:sp>
          <p:nvSpPr>
            <p:cNvPr id="567" name="Google Shape;567;p1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19"/>
          <p:cNvGrpSpPr/>
          <p:nvPr/>
        </p:nvGrpSpPr>
        <p:grpSpPr>
          <a:xfrm>
            <a:off x="407593" y="4650207"/>
            <a:ext cx="269399" cy="256048"/>
            <a:chOff x="1406075" y="3845750"/>
            <a:chExt cx="415675" cy="395075"/>
          </a:xfrm>
        </p:grpSpPr>
        <p:sp>
          <p:nvSpPr>
            <p:cNvPr id="571" name="Google Shape;571;p1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0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0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77" name="Google Shape;577;p20"/>
          <p:cNvGrpSpPr/>
          <p:nvPr/>
        </p:nvGrpSpPr>
        <p:grpSpPr>
          <a:xfrm>
            <a:off x="162181" y="3932182"/>
            <a:ext cx="269399" cy="256048"/>
            <a:chOff x="1406075" y="3845750"/>
            <a:chExt cx="415675" cy="395075"/>
          </a:xfrm>
        </p:grpSpPr>
        <p:sp>
          <p:nvSpPr>
            <p:cNvPr id="578" name="Google Shape;578;p2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20"/>
          <p:cNvGrpSpPr/>
          <p:nvPr/>
        </p:nvGrpSpPr>
        <p:grpSpPr>
          <a:xfrm>
            <a:off x="7968531" y="406982"/>
            <a:ext cx="269399" cy="256048"/>
            <a:chOff x="1406075" y="3845750"/>
            <a:chExt cx="415675" cy="395075"/>
          </a:xfrm>
        </p:grpSpPr>
        <p:sp>
          <p:nvSpPr>
            <p:cNvPr id="582" name="Google Shape;582;p2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20"/>
          <p:cNvGrpSpPr/>
          <p:nvPr/>
        </p:nvGrpSpPr>
        <p:grpSpPr>
          <a:xfrm>
            <a:off x="8834931" y="1783482"/>
            <a:ext cx="269399" cy="256048"/>
            <a:chOff x="1406075" y="3845750"/>
            <a:chExt cx="415675" cy="395075"/>
          </a:xfrm>
        </p:grpSpPr>
        <p:sp>
          <p:nvSpPr>
            <p:cNvPr id="586" name="Google Shape;586;p2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9" name="Google Shape;589;p20"/>
          <p:cNvGrpSpPr/>
          <p:nvPr/>
        </p:nvGrpSpPr>
        <p:grpSpPr>
          <a:xfrm>
            <a:off x="8078031" y="4696007"/>
            <a:ext cx="269399" cy="256048"/>
            <a:chOff x="1406075" y="3845750"/>
            <a:chExt cx="415675" cy="395075"/>
          </a:xfrm>
        </p:grpSpPr>
        <p:sp>
          <p:nvSpPr>
            <p:cNvPr id="590" name="Google Shape;590;p2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20"/>
          <p:cNvGrpSpPr/>
          <p:nvPr/>
        </p:nvGrpSpPr>
        <p:grpSpPr>
          <a:xfrm>
            <a:off x="2618481" y="4899857"/>
            <a:ext cx="269399" cy="256048"/>
            <a:chOff x="1406075" y="3845750"/>
            <a:chExt cx="415675" cy="395075"/>
          </a:xfrm>
        </p:grpSpPr>
        <p:sp>
          <p:nvSpPr>
            <p:cNvPr id="594" name="Google Shape;594;p2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20"/>
          <p:cNvGrpSpPr/>
          <p:nvPr/>
        </p:nvGrpSpPr>
        <p:grpSpPr>
          <a:xfrm>
            <a:off x="3276056" y="63907"/>
            <a:ext cx="269399" cy="256048"/>
            <a:chOff x="1406075" y="3845750"/>
            <a:chExt cx="415675" cy="395075"/>
          </a:xfrm>
        </p:grpSpPr>
        <p:sp>
          <p:nvSpPr>
            <p:cNvPr id="598" name="Google Shape;598;p2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01" name="Google Shape;60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263" y="419900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038" y="46192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225" y="46192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7413" y="1924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0"/>
          <p:cNvGrpSpPr/>
          <p:nvPr/>
        </p:nvGrpSpPr>
        <p:grpSpPr>
          <a:xfrm>
            <a:off x="445706" y="1197457"/>
            <a:ext cx="269399" cy="256048"/>
            <a:chOff x="1406075" y="3845750"/>
            <a:chExt cx="415675" cy="395075"/>
          </a:xfrm>
        </p:grpSpPr>
        <p:sp>
          <p:nvSpPr>
            <p:cNvPr id="606" name="Google Shape;606;p2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1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21"/>
          <p:cNvSpPr txBox="1">
            <a:spLocks noGrp="1"/>
          </p:cNvSpPr>
          <p:nvPr>
            <p:ph type="body" idx="1"/>
          </p:nvPr>
        </p:nvSpPr>
        <p:spPr>
          <a:xfrm>
            <a:off x="720000" y="1188300"/>
            <a:ext cx="7704000" cy="7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613" name="Google Shape;613;p21"/>
          <p:cNvGrpSpPr/>
          <p:nvPr/>
        </p:nvGrpSpPr>
        <p:grpSpPr>
          <a:xfrm>
            <a:off x="88018" y="4480482"/>
            <a:ext cx="269399" cy="256048"/>
            <a:chOff x="1406075" y="3845750"/>
            <a:chExt cx="415675" cy="395075"/>
          </a:xfrm>
        </p:grpSpPr>
        <p:sp>
          <p:nvSpPr>
            <p:cNvPr id="614" name="Google Shape;614;p2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21"/>
          <p:cNvGrpSpPr/>
          <p:nvPr/>
        </p:nvGrpSpPr>
        <p:grpSpPr>
          <a:xfrm>
            <a:off x="500868" y="188982"/>
            <a:ext cx="269399" cy="256048"/>
            <a:chOff x="1406075" y="3845750"/>
            <a:chExt cx="415675" cy="395075"/>
          </a:xfrm>
        </p:grpSpPr>
        <p:sp>
          <p:nvSpPr>
            <p:cNvPr id="618" name="Google Shape;618;p2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1" name="Google Shape;621;p21"/>
          <p:cNvGrpSpPr/>
          <p:nvPr/>
        </p:nvGrpSpPr>
        <p:grpSpPr>
          <a:xfrm>
            <a:off x="8737368" y="3435732"/>
            <a:ext cx="269399" cy="256048"/>
            <a:chOff x="1406075" y="3845750"/>
            <a:chExt cx="415675" cy="395075"/>
          </a:xfrm>
        </p:grpSpPr>
        <p:sp>
          <p:nvSpPr>
            <p:cNvPr id="622" name="Google Shape;622;p2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" name="Google Shape;625;p21"/>
          <p:cNvGrpSpPr/>
          <p:nvPr/>
        </p:nvGrpSpPr>
        <p:grpSpPr>
          <a:xfrm>
            <a:off x="6779068" y="4817657"/>
            <a:ext cx="269399" cy="256048"/>
            <a:chOff x="1406075" y="3845750"/>
            <a:chExt cx="415675" cy="395075"/>
          </a:xfrm>
        </p:grpSpPr>
        <p:sp>
          <p:nvSpPr>
            <p:cNvPr id="626" name="Google Shape;626;p2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29" name="Google Shape;62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7425" y="454222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60313" y="41989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1" name="Google Shape;631;p21"/>
          <p:cNvGrpSpPr/>
          <p:nvPr/>
        </p:nvGrpSpPr>
        <p:grpSpPr>
          <a:xfrm>
            <a:off x="291643" y="2238957"/>
            <a:ext cx="269399" cy="256048"/>
            <a:chOff x="1406075" y="3845750"/>
            <a:chExt cx="415675" cy="395075"/>
          </a:xfrm>
        </p:grpSpPr>
        <p:sp>
          <p:nvSpPr>
            <p:cNvPr id="632" name="Google Shape;632;p2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21"/>
          <p:cNvGrpSpPr/>
          <p:nvPr/>
        </p:nvGrpSpPr>
        <p:grpSpPr>
          <a:xfrm>
            <a:off x="8519618" y="761682"/>
            <a:ext cx="269399" cy="256048"/>
            <a:chOff x="1406075" y="3845750"/>
            <a:chExt cx="415675" cy="395075"/>
          </a:xfrm>
        </p:grpSpPr>
        <p:sp>
          <p:nvSpPr>
            <p:cNvPr id="636" name="Google Shape;636;p2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2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22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643" name="Google Shape;643;p22"/>
          <p:cNvGrpSpPr/>
          <p:nvPr/>
        </p:nvGrpSpPr>
        <p:grpSpPr>
          <a:xfrm>
            <a:off x="312143" y="4728757"/>
            <a:ext cx="269399" cy="256048"/>
            <a:chOff x="1406075" y="3845750"/>
            <a:chExt cx="415675" cy="395075"/>
          </a:xfrm>
        </p:grpSpPr>
        <p:sp>
          <p:nvSpPr>
            <p:cNvPr id="644" name="Google Shape;644;p2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7" name="Google Shape;647;p22"/>
          <p:cNvGrpSpPr/>
          <p:nvPr/>
        </p:nvGrpSpPr>
        <p:grpSpPr>
          <a:xfrm>
            <a:off x="976818" y="188982"/>
            <a:ext cx="269399" cy="256048"/>
            <a:chOff x="1406075" y="3845750"/>
            <a:chExt cx="415675" cy="395075"/>
          </a:xfrm>
        </p:grpSpPr>
        <p:sp>
          <p:nvSpPr>
            <p:cNvPr id="648" name="Google Shape;648;p2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22"/>
          <p:cNvGrpSpPr/>
          <p:nvPr/>
        </p:nvGrpSpPr>
        <p:grpSpPr>
          <a:xfrm>
            <a:off x="7931318" y="4480482"/>
            <a:ext cx="269399" cy="256048"/>
            <a:chOff x="1406075" y="3845750"/>
            <a:chExt cx="415675" cy="395075"/>
          </a:xfrm>
        </p:grpSpPr>
        <p:sp>
          <p:nvSpPr>
            <p:cNvPr id="652" name="Google Shape;652;p2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5" name="Google Shape;655;p22"/>
          <p:cNvGrpSpPr/>
          <p:nvPr/>
        </p:nvGrpSpPr>
        <p:grpSpPr>
          <a:xfrm>
            <a:off x="42743" y="1793232"/>
            <a:ext cx="269399" cy="256048"/>
            <a:chOff x="1406075" y="3845750"/>
            <a:chExt cx="415675" cy="395075"/>
          </a:xfrm>
        </p:grpSpPr>
        <p:sp>
          <p:nvSpPr>
            <p:cNvPr id="656" name="Google Shape;656;p2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9" name="Google Shape;659;p22"/>
          <p:cNvGrpSpPr/>
          <p:nvPr/>
        </p:nvGrpSpPr>
        <p:grpSpPr>
          <a:xfrm>
            <a:off x="8506368" y="678982"/>
            <a:ext cx="269399" cy="256048"/>
            <a:chOff x="1406075" y="3845750"/>
            <a:chExt cx="415675" cy="395075"/>
          </a:xfrm>
        </p:grpSpPr>
        <p:sp>
          <p:nvSpPr>
            <p:cNvPr id="660" name="Google Shape;660;p2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63" name="Google Shape;663;p22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571700" y="373025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22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571700" y="433089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22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247850" y="4006880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3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3"/>
          <p:cNvSpPr txBox="1">
            <a:spLocks noGrp="1"/>
          </p:cNvSpPr>
          <p:nvPr>
            <p:ph type="title"/>
          </p:nvPr>
        </p:nvSpPr>
        <p:spPr>
          <a:xfrm>
            <a:off x="720000" y="1354375"/>
            <a:ext cx="35937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23"/>
          <p:cNvSpPr txBox="1">
            <a:spLocks noGrp="1"/>
          </p:cNvSpPr>
          <p:nvPr>
            <p:ph type="subTitle" idx="1"/>
          </p:nvPr>
        </p:nvSpPr>
        <p:spPr>
          <a:xfrm>
            <a:off x="720000" y="2986350"/>
            <a:ext cx="3593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23"/>
          <p:cNvSpPr>
            <a:spLocks noGrp="1"/>
          </p:cNvSpPr>
          <p:nvPr>
            <p:ph type="pic" idx="2"/>
          </p:nvPr>
        </p:nvSpPr>
        <p:spPr>
          <a:xfrm>
            <a:off x="4657000" y="1209025"/>
            <a:ext cx="3786600" cy="3399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71" name="Google Shape;671;p23"/>
          <p:cNvGrpSpPr/>
          <p:nvPr/>
        </p:nvGrpSpPr>
        <p:grpSpPr>
          <a:xfrm>
            <a:off x="107156" y="868507"/>
            <a:ext cx="269399" cy="256048"/>
            <a:chOff x="1406075" y="3845750"/>
            <a:chExt cx="415675" cy="395075"/>
          </a:xfrm>
        </p:grpSpPr>
        <p:sp>
          <p:nvSpPr>
            <p:cNvPr id="672" name="Google Shape;672;p2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23"/>
          <p:cNvGrpSpPr/>
          <p:nvPr/>
        </p:nvGrpSpPr>
        <p:grpSpPr>
          <a:xfrm>
            <a:off x="329306" y="4102657"/>
            <a:ext cx="269399" cy="256048"/>
            <a:chOff x="1406075" y="3845750"/>
            <a:chExt cx="415675" cy="395075"/>
          </a:xfrm>
        </p:grpSpPr>
        <p:sp>
          <p:nvSpPr>
            <p:cNvPr id="676" name="Google Shape;676;p2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679;p23"/>
          <p:cNvGrpSpPr/>
          <p:nvPr/>
        </p:nvGrpSpPr>
        <p:grpSpPr>
          <a:xfrm>
            <a:off x="1330831" y="4721182"/>
            <a:ext cx="269399" cy="256048"/>
            <a:chOff x="1406075" y="3845750"/>
            <a:chExt cx="415675" cy="395075"/>
          </a:xfrm>
        </p:grpSpPr>
        <p:sp>
          <p:nvSpPr>
            <p:cNvPr id="680" name="Google Shape;680;p2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23"/>
          <p:cNvGrpSpPr/>
          <p:nvPr/>
        </p:nvGrpSpPr>
        <p:grpSpPr>
          <a:xfrm>
            <a:off x="8675956" y="3897732"/>
            <a:ext cx="269399" cy="256048"/>
            <a:chOff x="1406075" y="3845750"/>
            <a:chExt cx="415675" cy="395075"/>
          </a:xfrm>
        </p:grpSpPr>
        <p:sp>
          <p:nvSpPr>
            <p:cNvPr id="684" name="Google Shape;684;p2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23"/>
          <p:cNvGrpSpPr/>
          <p:nvPr/>
        </p:nvGrpSpPr>
        <p:grpSpPr>
          <a:xfrm>
            <a:off x="8756631" y="676707"/>
            <a:ext cx="269399" cy="256048"/>
            <a:chOff x="1406075" y="3845750"/>
            <a:chExt cx="415675" cy="395075"/>
          </a:xfrm>
        </p:grpSpPr>
        <p:sp>
          <p:nvSpPr>
            <p:cNvPr id="688" name="Google Shape;688;p2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91" name="Google Shape;691;p23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264837" y="204368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23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479025" y="5350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3" name="Google Shape;693;p23"/>
          <p:cNvGrpSpPr/>
          <p:nvPr/>
        </p:nvGrpSpPr>
        <p:grpSpPr>
          <a:xfrm flipH="1">
            <a:off x="795626" y="270058"/>
            <a:ext cx="684048" cy="406653"/>
            <a:chOff x="152963" y="1275314"/>
            <a:chExt cx="777239" cy="462053"/>
          </a:xfrm>
        </p:grpSpPr>
        <p:sp>
          <p:nvSpPr>
            <p:cNvPr id="694" name="Google Shape;694;p23"/>
            <p:cNvSpPr/>
            <p:nvPr/>
          </p:nvSpPr>
          <p:spPr>
            <a:xfrm>
              <a:off x="152963" y="1339318"/>
              <a:ext cx="777239" cy="398049"/>
            </a:xfrm>
            <a:custGeom>
              <a:avLst/>
              <a:gdLst/>
              <a:ahLst/>
              <a:cxnLst/>
              <a:rect l="l" t="t" r="r" b="b"/>
              <a:pathLst>
                <a:path w="5436" h="2784" extrusionOk="0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5" name="Google Shape;695;p23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696" name="Google Shape;696;p23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84" extrusionOk="0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3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60" extrusionOk="0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3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232" extrusionOk="0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3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43" extrusionOk="0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0" name="Google Shape;700;p23"/>
          <p:cNvGrpSpPr/>
          <p:nvPr/>
        </p:nvGrpSpPr>
        <p:grpSpPr>
          <a:xfrm>
            <a:off x="3916631" y="92682"/>
            <a:ext cx="269399" cy="256048"/>
            <a:chOff x="1406075" y="3845750"/>
            <a:chExt cx="415675" cy="395075"/>
          </a:xfrm>
        </p:grpSpPr>
        <p:sp>
          <p:nvSpPr>
            <p:cNvPr id="701" name="Google Shape;701;p2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2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4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24"/>
          <p:cNvSpPr txBox="1">
            <a:spLocks noGrp="1"/>
          </p:cNvSpPr>
          <p:nvPr>
            <p:ph type="title"/>
          </p:nvPr>
        </p:nvSpPr>
        <p:spPr>
          <a:xfrm>
            <a:off x="715100" y="1354375"/>
            <a:ext cx="27855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24"/>
          <p:cNvSpPr txBox="1">
            <a:spLocks noGrp="1"/>
          </p:cNvSpPr>
          <p:nvPr>
            <p:ph type="subTitle" idx="1"/>
          </p:nvPr>
        </p:nvSpPr>
        <p:spPr>
          <a:xfrm>
            <a:off x="715100" y="2986350"/>
            <a:ext cx="3305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08" name="Google Shape;708;p24"/>
          <p:cNvGrpSpPr/>
          <p:nvPr/>
        </p:nvGrpSpPr>
        <p:grpSpPr>
          <a:xfrm>
            <a:off x="64081" y="663032"/>
            <a:ext cx="269399" cy="256048"/>
            <a:chOff x="1406075" y="3845750"/>
            <a:chExt cx="415675" cy="395075"/>
          </a:xfrm>
        </p:grpSpPr>
        <p:sp>
          <p:nvSpPr>
            <p:cNvPr id="709" name="Google Shape;709;p2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" name="Google Shape;712;p24"/>
          <p:cNvGrpSpPr/>
          <p:nvPr/>
        </p:nvGrpSpPr>
        <p:grpSpPr>
          <a:xfrm>
            <a:off x="8550781" y="812132"/>
            <a:ext cx="269399" cy="256048"/>
            <a:chOff x="1406075" y="3845750"/>
            <a:chExt cx="415675" cy="395075"/>
          </a:xfrm>
        </p:grpSpPr>
        <p:sp>
          <p:nvSpPr>
            <p:cNvPr id="713" name="Google Shape;713;p2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24"/>
          <p:cNvGrpSpPr/>
          <p:nvPr/>
        </p:nvGrpSpPr>
        <p:grpSpPr>
          <a:xfrm>
            <a:off x="333481" y="4480482"/>
            <a:ext cx="269399" cy="256048"/>
            <a:chOff x="1406075" y="3845750"/>
            <a:chExt cx="415675" cy="395075"/>
          </a:xfrm>
        </p:grpSpPr>
        <p:sp>
          <p:nvSpPr>
            <p:cNvPr id="717" name="Google Shape;717;p2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24"/>
          <p:cNvGrpSpPr/>
          <p:nvPr/>
        </p:nvGrpSpPr>
        <p:grpSpPr>
          <a:xfrm>
            <a:off x="5689581" y="4736532"/>
            <a:ext cx="269399" cy="256048"/>
            <a:chOff x="1406075" y="3845750"/>
            <a:chExt cx="415675" cy="395075"/>
          </a:xfrm>
        </p:grpSpPr>
        <p:sp>
          <p:nvSpPr>
            <p:cNvPr id="721" name="Google Shape;721;p2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4" name="Google Shape;724;p24"/>
          <p:cNvGrpSpPr/>
          <p:nvPr/>
        </p:nvGrpSpPr>
        <p:grpSpPr>
          <a:xfrm>
            <a:off x="5893206" y="406982"/>
            <a:ext cx="269399" cy="256048"/>
            <a:chOff x="1406075" y="3845750"/>
            <a:chExt cx="415675" cy="395075"/>
          </a:xfrm>
        </p:grpSpPr>
        <p:sp>
          <p:nvSpPr>
            <p:cNvPr id="725" name="Google Shape;725;p2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8" name="Google Shape;728;p24"/>
          <p:cNvGrpSpPr/>
          <p:nvPr/>
        </p:nvGrpSpPr>
        <p:grpSpPr>
          <a:xfrm>
            <a:off x="533256" y="23307"/>
            <a:ext cx="269399" cy="256048"/>
            <a:chOff x="1406075" y="3845750"/>
            <a:chExt cx="415675" cy="395075"/>
          </a:xfrm>
        </p:grpSpPr>
        <p:sp>
          <p:nvSpPr>
            <p:cNvPr id="729" name="Google Shape;729;p2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2" name="Google Shape;732;p24"/>
          <p:cNvGrpSpPr/>
          <p:nvPr/>
        </p:nvGrpSpPr>
        <p:grpSpPr>
          <a:xfrm>
            <a:off x="8037206" y="3956682"/>
            <a:ext cx="269399" cy="256048"/>
            <a:chOff x="1406075" y="3845750"/>
            <a:chExt cx="415675" cy="395075"/>
          </a:xfrm>
        </p:grpSpPr>
        <p:sp>
          <p:nvSpPr>
            <p:cNvPr id="733" name="Google Shape;733;p2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5"/>
          <p:cNvSpPr txBox="1">
            <a:spLocks noGrp="1"/>
          </p:cNvSpPr>
          <p:nvPr>
            <p:ph type="title"/>
          </p:nvPr>
        </p:nvSpPr>
        <p:spPr>
          <a:xfrm>
            <a:off x="1737350" y="3544750"/>
            <a:ext cx="6691200" cy="53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38" name="Google Shape;738;p25"/>
          <p:cNvSpPr txBox="1">
            <a:spLocks noGrp="1"/>
          </p:cNvSpPr>
          <p:nvPr>
            <p:ph type="subTitle" idx="1"/>
          </p:nvPr>
        </p:nvSpPr>
        <p:spPr>
          <a:xfrm>
            <a:off x="1737700" y="195576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39" name="Google Shape;739;p25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5"/>
          <p:cNvGrpSpPr/>
          <p:nvPr/>
        </p:nvGrpSpPr>
        <p:grpSpPr>
          <a:xfrm>
            <a:off x="350781" y="601182"/>
            <a:ext cx="269399" cy="256048"/>
            <a:chOff x="1406075" y="3845750"/>
            <a:chExt cx="415675" cy="395075"/>
          </a:xfrm>
        </p:grpSpPr>
        <p:sp>
          <p:nvSpPr>
            <p:cNvPr id="741" name="Google Shape;741;p2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4" name="Google Shape;744;p25"/>
          <p:cNvGrpSpPr/>
          <p:nvPr/>
        </p:nvGrpSpPr>
        <p:grpSpPr>
          <a:xfrm>
            <a:off x="1199906" y="4667582"/>
            <a:ext cx="269399" cy="256048"/>
            <a:chOff x="1406075" y="3845750"/>
            <a:chExt cx="415675" cy="395075"/>
          </a:xfrm>
        </p:grpSpPr>
        <p:sp>
          <p:nvSpPr>
            <p:cNvPr id="745" name="Google Shape;745;p2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25"/>
          <p:cNvGrpSpPr/>
          <p:nvPr/>
        </p:nvGrpSpPr>
        <p:grpSpPr>
          <a:xfrm>
            <a:off x="8596231" y="1203132"/>
            <a:ext cx="269399" cy="256048"/>
            <a:chOff x="1406075" y="3845750"/>
            <a:chExt cx="415675" cy="395075"/>
          </a:xfrm>
        </p:grpSpPr>
        <p:sp>
          <p:nvSpPr>
            <p:cNvPr id="749" name="Google Shape;749;p2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2" name="Google Shape;752;p25"/>
          <p:cNvGrpSpPr/>
          <p:nvPr/>
        </p:nvGrpSpPr>
        <p:grpSpPr>
          <a:xfrm>
            <a:off x="8294206" y="4817382"/>
            <a:ext cx="269399" cy="256048"/>
            <a:chOff x="1406075" y="3845750"/>
            <a:chExt cx="415675" cy="395075"/>
          </a:xfrm>
        </p:grpSpPr>
        <p:sp>
          <p:nvSpPr>
            <p:cNvPr id="753" name="Google Shape;753;p2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6" name="Google Shape;756;p25"/>
          <p:cNvGrpSpPr/>
          <p:nvPr/>
        </p:nvGrpSpPr>
        <p:grpSpPr>
          <a:xfrm>
            <a:off x="81381" y="3434182"/>
            <a:ext cx="269399" cy="256048"/>
            <a:chOff x="1406075" y="3845750"/>
            <a:chExt cx="415675" cy="395075"/>
          </a:xfrm>
        </p:grpSpPr>
        <p:sp>
          <p:nvSpPr>
            <p:cNvPr id="757" name="Google Shape;757;p2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" name="Google Shape;760;p25"/>
          <p:cNvGrpSpPr/>
          <p:nvPr/>
        </p:nvGrpSpPr>
        <p:grpSpPr>
          <a:xfrm>
            <a:off x="7744531" y="95282"/>
            <a:ext cx="269399" cy="256048"/>
            <a:chOff x="1406075" y="3845750"/>
            <a:chExt cx="415675" cy="395075"/>
          </a:xfrm>
        </p:grpSpPr>
        <p:sp>
          <p:nvSpPr>
            <p:cNvPr id="761" name="Google Shape;761;p2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6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26"/>
          <p:cNvSpPr txBox="1">
            <a:spLocks noGrp="1"/>
          </p:cNvSpPr>
          <p:nvPr>
            <p:ph type="title"/>
          </p:nvPr>
        </p:nvSpPr>
        <p:spPr>
          <a:xfrm>
            <a:off x="3731975" y="535000"/>
            <a:ext cx="4448100" cy="12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1"/>
          </p:nvPr>
        </p:nvSpPr>
        <p:spPr>
          <a:xfrm>
            <a:off x="3731925" y="18718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8" name="Google Shape;768;p26"/>
          <p:cNvSpPr txBox="1"/>
          <p:nvPr/>
        </p:nvSpPr>
        <p:spPr>
          <a:xfrm>
            <a:off x="3483100" y="3573566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CREDITS: This presentation template was created by 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and includes icons by 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and infographics &amp; images by 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endParaRPr sz="1200" u="sng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grpSp>
        <p:nvGrpSpPr>
          <p:cNvPr id="769" name="Google Shape;769;p26"/>
          <p:cNvGrpSpPr/>
          <p:nvPr/>
        </p:nvGrpSpPr>
        <p:grpSpPr>
          <a:xfrm>
            <a:off x="149068" y="4608507"/>
            <a:ext cx="269399" cy="256048"/>
            <a:chOff x="1406075" y="3845750"/>
            <a:chExt cx="415675" cy="395075"/>
          </a:xfrm>
        </p:grpSpPr>
        <p:sp>
          <p:nvSpPr>
            <p:cNvPr id="770" name="Google Shape;770;p2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3" name="Google Shape;773;p26"/>
          <p:cNvGrpSpPr/>
          <p:nvPr/>
        </p:nvGrpSpPr>
        <p:grpSpPr>
          <a:xfrm>
            <a:off x="743168" y="4034657"/>
            <a:ext cx="269399" cy="256048"/>
            <a:chOff x="1406075" y="3845750"/>
            <a:chExt cx="415675" cy="395075"/>
          </a:xfrm>
        </p:grpSpPr>
        <p:sp>
          <p:nvSpPr>
            <p:cNvPr id="774" name="Google Shape;774;p2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7" name="Google Shape;777;p26"/>
          <p:cNvGrpSpPr/>
          <p:nvPr/>
        </p:nvGrpSpPr>
        <p:grpSpPr>
          <a:xfrm>
            <a:off x="336518" y="335257"/>
            <a:ext cx="269399" cy="256048"/>
            <a:chOff x="1406075" y="3845750"/>
            <a:chExt cx="415675" cy="395075"/>
          </a:xfrm>
        </p:grpSpPr>
        <p:sp>
          <p:nvSpPr>
            <p:cNvPr id="778" name="Google Shape;778;p2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1" name="Google Shape;781;p26"/>
          <p:cNvGrpSpPr/>
          <p:nvPr/>
        </p:nvGrpSpPr>
        <p:grpSpPr>
          <a:xfrm>
            <a:off x="8469818" y="3869807"/>
            <a:ext cx="269399" cy="256048"/>
            <a:chOff x="1406075" y="3845750"/>
            <a:chExt cx="415675" cy="395075"/>
          </a:xfrm>
        </p:grpSpPr>
        <p:sp>
          <p:nvSpPr>
            <p:cNvPr id="782" name="Google Shape;782;p2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26"/>
          <p:cNvGrpSpPr/>
          <p:nvPr/>
        </p:nvGrpSpPr>
        <p:grpSpPr>
          <a:xfrm>
            <a:off x="8581368" y="406982"/>
            <a:ext cx="269399" cy="256048"/>
            <a:chOff x="1406075" y="3845750"/>
            <a:chExt cx="415675" cy="395075"/>
          </a:xfrm>
        </p:grpSpPr>
        <p:sp>
          <p:nvSpPr>
            <p:cNvPr id="786" name="Google Shape;786;p2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26"/>
          <p:cNvGrpSpPr/>
          <p:nvPr/>
        </p:nvGrpSpPr>
        <p:grpSpPr>
          <a:xfrm>
            <a:off x="8739218" y="4811782"/>
            <a:ext cx="269399" cy="256048"/>
            <a:chOff x="1406075" y="3845750"/>
            <a:chExt cx="415675" cy="395075"/>
          </a:xfrm>
        </p:grpSpPr>
        <p:sp>
          <p:nvSpPr>
            <p:cNvPr id="790" name="Google Shape;790;p2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3" name="Google Shape;793;p26"/>
          <p:cNvGrpSpPr/>
          <p:nvPr/>
        </p:nvGrpSpPr>
        <p:grpSpPr>
          <a:xfrm>
            <a:off x="6526593" y="4518557"/>
            <a:ext cx="269399" cy="256048"/>
            <a:chOff x="1406075" y="3845750"/>
            <a:chExt cx="415675" cy="395075"/>
          </a:xfrm>
        </p:grpSpPr>
        <p:sp>
          <p:nvSpPr>
            <p:cNvPr id="794" name="Google Shape;794;p2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7" name="Google Shape;797;p26"/>
          <p:cNvGrpSpPr/>
          <p:nvPr/>
        </p:nvGrpSpPr>
        <p:grpSpPr>
          <a:xfrm>
            <a:off x="5415993" y="37382"/>
            <a:ext cx="269399" cy="256048"/>
            <a:chOff x="1406075" y="3845750"/>
            <a:chExt cx="415675" cy="395075"/>
          </a:xfrm>
        </p:grpSpPr>
        <p:sp>
          <p:nvSpPr>
            <p:cNvPr id="798" name="Google Shape;798;p2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01" name="Google Shape;801;p26"/>
          <p:cNvPicPr preferRelativeResize="0"/>
          <p:nvPr/>
        </p:nvPicPr>
        <p:blipFill rotWithShape="1">
          <a:blip r:embed="rId5">
            <a:alphaModFix/>
          </a:blip>
          <a:srcRect t="61366" r="61532"/>
          <a:stretch/>
        </p:blipFill>
        <p:spPr>
          <a:xfrm>
            <a:off x="8192825" y="109974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26"/>
          <p:cNvPicPr preferRelativeResize="0"/>
          <p:nvPr/>
        </p:nvPicPr>
        <p:blipFill rotWithShape="1">
          <a:blip r:embed="rId5">
            <a:alphaModFix/>
          </a:blip>
          <a:srcRect t="61366" r="61532"/>
          <a:stretch/>
        </p:blipFill>
        <p:spPr>
          <a:xfrm>
            <a:off x="7877863" y="74045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4463" y="3940768"/>
            <a:ext cx="1227400" cy="10488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26"/>
          <p:cNvGrpSpPr/>
          <p:nvPr/>
        </p:nvGrpSpPr>
        <p:grpSpPr>
          <a:xfrm>
            <a:off x="3237843" y="4774607"/>
            <a:ext cx="269399" cy="256048"/>
            <a:chOff x="1406075" y="3845750"/>
            <a:chExt cx="415675" cy="395075"/>
          </a:xfrm>
        </p:grpSpPr>
        <p:sp>
          <p:nvSpPr>
            <p:cNvPr id="805" name="Google Shape;805;p2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7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0" name="Google Shape;810;p27"/>
          <p:cNvGrpSpPr/>
          <p:nvPr/>
        </p:nvGrpSpPr>
        <p:grpSpPr>
          <a:xfrm>
            <a:off x="282743" y="278957"/>
            <a:ext cx="269399" cy="256048"/>
            <a:chOff x="1406075" y="3845750"/>
            <a:chExt cx="415675" cy="395075"/>
          </a:xfrm>
        </p:grpSpPr>
        <p:sp>
          <p:nvSpPr>
            <p:cNvPr id="811" name="Google Shape;811;p2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4" name="Google Shape;814;p27"/>
          <p:cNvGrpSpPr/>
          <p:nvPr/>
        </p:nvGrpSpPr>
        <p:grpSpPr>
          <a:xfrm>
            <a:off x="75143" y="4705632"/>
            <a:ext cx="269399" cy="256048"/>
            <a:chOff x="1406075" y="3845750"/>
            <a:chExt cx="415675" cy="395075"/>
          </a:xfrm>
        </p:grpSpPr>
        <p:sp>
          <p:nvSpPr>
            <p:cNvPr id="815" name="Google Shape;815;p2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8" name="Google Shape;818;p27"/>
          <p:cNvGrpSpPr/>
          <p:nvPr/>
        </p:nvGrpSpPr>
        <p:grpSpPr>
          <a:xfrm>
            <a:off x="8507543" y="994032"/>
            <a:ext cx="269399" cy="256048"/>
            <a:chOff x="1406075" y="3845750"/>
            <a:chExt cx="415675" cy="395075"/>
          </a:xfrm>
        </p:grpSpPr>
        <p:sp>
          <p:nvSpPr>
            <p:cNvPr id="819" name="Google Shape;819;p2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" name="Google Shape;822;p27"/>
          <p:cNvGrpSpPr/>
          <p:nvPr/>
        </p:nvGrpSpPr>
        <p:grpSpPr>
          <a:xfrm>
            <a:off x="8776943" y="4242432"/>
            <a:ext cx="269399" cy="256048"/>
            <a:chOff x="1406075" y="3845750"/>
            <a:chExt cx="415675" cy="395075"/>
          </a:xfrm>
        </p:grpSpPr>
        <p:sp>
          <p:nvSpPr>
            <p:cNvPr id="823" name="Google Shape;823;p2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6" name="Google Shape;826;p27"/>
          <p:cNvGrpSpPr/>
          <p:nvPr/>
        </p:nvGrpSpPr>
        <p:grpSpPr>
          <a:xfrm>
            <a:off x="7564343" y="4790832"/>
            <a:ext cx="269399" cy="256048"/>
            <a:chOff x="1406075" y="3845750"/>
            <a:chExt cx="415675" cy="395075"/>
          </a:xfrm>
        </p:grpSpPr>
        <p:sp>
          <p:nvSpPr>
            <p:cNvPr id="827" name="Google Shape;827;p2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0" name="Google Shape;830;p27"/>
          <p:cNvGrpSpPr/>
          <p:nvPr/>
        </p:nvGrpSpPr>
        <p:grpSpPr>
          <a:xfrm>
            <a:off x="445693" y="1835232"/>
            <a:ext cx="269399" cy="256048"/>
            <a:chOff x="1406075" y="3845750"/>
            <a:chExt cx="415675" cy="395075"/>
          </a:xfrm>
        </p:grpSpPr>
        <p:sp>
          <p:nvSpPr>
            <p:cNvPr id="831" name="Google Shape;831;p2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834;p27"/>
          <p:cNvGrpSpPr/>
          <p:nvPr/>
        </p:nvGrpSpPr>
        <p:grpSpPr>
          <a:xfrm>
            <a:off x="6369143" y="22907"/>
            <a:ext cx="269399" cy="256048"/>
            <a:chOff x="1406075" y="3845750"/>
            <a:chExt cx="415675" cy="395075"/>
          </a:xfrm>
        </p:grpSpPr>
        <p:sp>
          <p:nvSpPr>
            <p:cNvPr id="835" name="Google Shape;835;p2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8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0" name="Google Shape;840;p28"/>
          <p:cNvGrpSpPr/>
          <p:nvPr/>
        </p:nvGrpSpPr>
        <p:grpSpPr>
          <a:xfrm>
            <a:off x="8704343" y="4718832"/>
            <a:ext cx="269399" cy="256048"/>
            <a:chOff x="1406075" y="3845750"/>
            <a:chExt cx="415675" cy="395075"/>
          </a:xfrm>
        </p:grpSpPr>
        <p:sp>
          <p:nvSpPr>
            <p:cNvPr id="841" name="Google Shape;841;p2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4" name="Google Shape;844;p28"/>
          <p:cNvGrpSpPr/>
          <p:nvPr/>
        </p:nvGrpSpPr>
        <p:grpSpPr>
          <a:xfrm>
            <a:off x="8428893" y="3359232"/>
            <a:ext cx="269399" cy="256048"/>
            <a:chOff x="1406075" y="3845750"/>
            <a:chExt cx="415675" cy="395075"/>
          </a:xfrm>
        </p:grpSpPr>
        <p:sp>
          <p:nvSpPr>
            <p:cNvPr id="845" name="Google Shape;845;p2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8" name="Google Shape;848;p28"/>
          <p:cNvGrpSpPr/>
          <p:nvPr/>
        </p:nvGrpSpPr>
        <p:grpSpPr>
          <a:xfrm>
            <a:off x="7760043" y="150932"/>
            <a:ext cx="269399" cy="256048"/>
            <a:chOff x="1406075" y="3845750"/>
            <a:chExt cx="415675" cy="395075"/>
          </a:xfrm>
        </p:grpSpPr>
        <p:sp>
          <p:nvSpPr>
            <p:cNvPr id="849" name="Google Shape;849;p2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2" name="Google Shape;852;p28"/>
          <p:cNvGrpSpPr/>
          <p:nvPr/>
        </p:nvGrpSpPr>
        <p:grpSpPr>
          <a:xfrm>
            <a:off x="2033543" y="4780032"/>
            <a:ext cx="269399" cy="256048"/>
            <a:chOff x="1406075" y="3845750"/>
            <a:chExt cx="415675" cy="395075"/>
          </a:xfrm>
        </p:grpSpPr>
        <p:sp>
          <p:nvSpPr>
            <p:cNvPr id="853" name="Google Shape;853;p2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6" name="Google Shape;856;p28"/>
          <p:cNvGrpSpPr/>
          <p:nvPr/>
        </p:nvGrpSpPr>
        <p:grpSpPr>
          <a:xfrm>
            <a:off x="373943" y="4020432"/>
            <a:ext cx="269399" cy="256048"/>
            <a:chOff x="1406075" y="3845750"/>
            <a:chExt cx="415675" cy="395075"/>
          </a:xfrm>
        </p:grpSpPr>
        <p:sp>
          <p:nvSpPr>
            <p:cNvPr id="857" name="Google Shape;857;p2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0" name="Google Shape;860;p28"/>
          <p:cNvGrpSpPr/>
          <p:nvPr/>
        </p:nvGrpSpPr>
        <p:grpSpPr>
          <a:xfrm>
            <a:off x="8326343" y="5552832"/>
            <a:ext cx="269399" cy="256048"/>
            <a:chOff x="1406075" y="3845750"/>
            <a:chExt cx="415675" cy="395075"/>
          </a:xfrm>
        </p:grpSpPr>
        <p:sp>
          <p:nvSpPr>
            <p:cNvPr id="861" name="Google Shape;861;p2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" name="Google Shape;864;p28"/>
          <p:cNvGrpSpPr/>
          <p:nvPr/>
        </p:nvGrpSpPr>
        <p:grpSpPr>
          <a:xfrm>
            <a:off x="313943" y="406982"/>
            <a:ext cx="269399" cy="256048"/>
            <a:chOff x="1406075" y="3845750"/>
            <a:chExt cx="415675" cy="395075"/>
          </a:xfrm>
        </p:grpSpPr>
        <p:sp>
          <p:nvSpPr>
            <p:cNvPr id="865" name="Google Shape;865;p2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68" name="Google Shape;868;p28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224975" y="25780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28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501600" y="66303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28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029450" y="614205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0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30"/>
          <p:cNvSpPr txBox="1">
            <a:spLocks noGrp="1"/>
          </p:cNvSpPr>
          <p:nvPr>
            <p:ph type="ctrTitle"/>
          </p:nvPr>
        </p:nvSpPr>
        <p:spPr>
          <a:xfrm>
            <a:off x="3703900" y="1141475"/>
            <a:ext cx="4725000" cy="24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877" name="Google Shape;877;p30"/>
          <p:cNvSpPr txBox="1">
            <a:spLocks noGrp="1"/>
          </p:cNvSpPr>
          <p:nvPr>
            <p:ph type="subTitle" idx="1"/>
          </p:nvPr>
        </p:nvSpPr>
        <p:spPr>
          <a:xfrm>
            <a:off x="4172450" y="3516325"/>
            <a:ext cx="3790200" cy="4095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878" name="Google Shape;87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3150" y="4002018"/>
            <a:ext cx="1227400" cy="10488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9" name="Google Shape;879;p30"/>
          <p:cNvGrpSpPr/>
          <p:nvPr/>
        </p:nvGrpSpPr>
        <p:grpSpPr>
          <a:xfrm>
            <a:off x="8529243" y="680757"/>
            <a:ext cx="269399" cy="256048"/>
            <a:chOff x="1406075" y="3845750"/>
            <a:chExt cx="415675" cy="395075"/>
          </a:xfrm>
        </p:grpSpPr>
        <p:sp>
          <p:nvSpPr>
            <p:cNvPr id="880" name="Google Shape;880;p3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3" name="Google Shape;883;p30"/>
          <p:cNvGrpSpPr/>
          <p:nvPr/>
        </p:nvGrpSpPr>
        <p:grpSpPr>
          <a:xfrm>
            <a:off x="1266143" y="220782"/>
            <a:ext cx="269399" cy="256048"/>
            <a:chOff x="1406075" y="3845750"/>
            <a:chExt cx="415675" cy="395075"/>
          </a:xfrm>
        </p:grpSpPr>
        <p:sp>
          <p:nvSpPr>
            <p:cNvPr id="884" name="Google Shape;884;p3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" name="Google Shape;887;p30"/>
          <p:cNvGrpSpPr/>
          <p:nvPr/>
        </p:nvGrpSpPr>
        <p:grpSpPr>
          <a:xfrm>
            <a:off x="580393" y="2664582"/>
            <a:ext cx="269399" cy="256048"/>
            <a:chOff x="1406075" y="3845750"/>
            <a:chExt cx="415675" cy="395075"/>
          </a:xfrm>
        </p:grpSpPr>
        <p:sp>
          <p:nvSpPr>
            <p:cNvPr id="888" name="Google Shape;888;p3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1" name="Google Shape;891;p30"/>
          <p:cNvGrpSpPr/>
          <p:nvPr/>
        </p:nvGrpSpPr>
        <p:grpSpPr>
          <a:xfrm>
            <a:off x="1637743" y="4480482"/>
            <a:ext cx="269399" cy="256048"/>
            <a:chOff x="1406075" y="3845750"/>
            <a:chExt cx="415675" cy="395075"/>
          </a:xfrm>
        </p:grpSpPr>
        <p:sp>
          <p:nvSpPr>
            <p:cNvPr id="892" name="Google Shape;892;p3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1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31"/>
          <p:cNvSpPr txBox="1">
            <a:spLocks noGrp="1"/>
          </p:cNvSpPr>
          <p:nvPr>
            <p:ph type="title"/>
          </p:nvPr>
        </p:nvSpPr>
        <p:spPr>
          <a:xfrm>
            <a:off x="2391900" y="2290375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8" name="Google Shape;898;p31"/>
          <p:cNvSpPr txBox="1">
            <a:spLocks noGrp="1"/>
          </p:cNvSpPr>
          <p:nvPr>
            <p:ph type="title" idx="2" hasCustomPrompt="1"/>
          </p:nvPr>
        </p:nvSpPr>
        <p:spPr>
          <a:xfrm>
            <a:off x="4021675" y="1303875"/>
            <a:ext cx="1100700" cy="95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99" name="Google Shape;899;p31"/>
          <p:cNvSpPr txBox="1">
            <a:spLocks noGrp="1"/>
          </p:cNvSpPr>
          <p:nvPr>
            <p:ph type="subTitle" idx="1"/>
          </p:nvPr>
        </p:nvSpPr>
        <p:spPr>
          <a:xfrm>
            <a:off x="2670750" y="3166775"/>
            <a:ext cx="3802500" cy="525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00" name="Google Shape;900;p31"/>
          <p:cNvGrpSpPr/>
          <p:nvPr/>
        </p:nvGrpSpPr>
        <p:grpSpPr>
          <a:xfrm>
            <a:off x="824193" y="406982"/>
            <a:ext cx="269399" cy="256048"/>
            <a:chOff x="1406075" y="3845750"/>
            <a:chExt cx="415675" cy="395075"/>
          </a:xfrm>
        </p:grpSpPr>
        <p:sp>
          <p:nvSpPr>
            <p:cNvPr id="901" name="Google Shape;901;p3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4" name="Google Shape;904;p31"/>
          <p:cNvGrpSpPr/>
          <p:nvPr/>
        </p:nvGrpSpPr>
        <p:grpSpPr>
          <a:xfrm>
            <a:off x="8610268" y="3692382"/>
            <a:ext cx="269399" cy="256048"/>
            <a:chOff x="1406075" y="3845750"/>
            <a:chExt cx="415675" cy="395075"/>
          </a:xfrm>
        </p:grpSpPr>
        <p:sp>
          <p:nvSpPr>
            <p:cNvPr id="905" name="Google Shape;905;p3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" name="Google Shape;908;p31"/>
          <p:cNvGrpSpPr/>
          <p:nvPr/>
        </p:nvGrpSpPr>
        <p:grpSpPr>
          <a:xfrm>
            <a:off x="3152443" y="4724757"/>
            <a:ext cx="269399" cy="256048"/>
            <a:chOff x="1406075" y="3845750"/>
            <a:chExt cx="415675" cy="395075"/>
          </a:xfrm>
        </p:grpSpPr>
        <p:sp>
          <p:nvSpPr>
            <p:cNvPr id="909" name="Google Shape;909;p3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2" name="Google Shape;912;p31"/>
          <p:cNvGrpSpPr/>
          <p:nvPr/>
        </p:nvGrpSpPr>
        <p:grpSpPr>
          <a:xfrm>
            <a:off x="5582668" y="150932"/>
            <a:ext cx="269399" cy="256048"/>
            <a:chOff x="1406075" y="3845750"/>
            <a:chExt cx="415675" cy="395075"/>
          </a:xfrm>
        </p:grpSpPr>
        <p:sp>
          <p:nvSpPr>
            <p:cNvPr id="913" name="Google Shape;913;p3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6" name="Google Shape;916;p31"/>
          <p:cNvGrpSpPr/>
          <p:nvPr/>
        </p:nvGrpSpPr>
        <p:grpSpPr>
          <a:xfrm>
            <a:off x="364893" y="3255707"/>
            <a:ext cx="269399" cy="256048"/>
            <a:chOff x="1406075" y="3845750"/>
            <a:chExt cx="415675" cy="395075"/>
          </a:xfrm>
        </p:grpSpPr>
        <p:sp>
          <p:nvSpPr>
            <p:cNvPr id="917" name="Google Shape;917;p3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2">
            <a:hlinkClick r:id="" action="ppaction://noaction"/>
          </p:cNvPr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23" name="Google Shape;923;p32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24" name="Google Shape;924;p32"/>
          <p:cNvGrpSpPr/>
          <p:nvPr/>
        </p:nvGrpSpPr>
        <p:grpSpPr>
          <a:xfrm>
            <a:off x="229068" y="4147807"/>
            <a:ext cx="269399" cy="256048"/>
            <a:chOff x="1406075" y="3845750"/>
            <a:chExt cx="415675" cy="395075"/>
          </a:xfrm>
        </p:grpSpPr>
        <p:sp>
          <p:nvSpPr>
            <p:cNvPr id="925" name="Google Shape;925;p3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8" name="Google Shape;928;p32"/>
          <p:cNvGrpSpPr/>
          <p:nvPr/>
        </p:nvGrpSpPr>
        <p:grpSpPr>
          <a:xfrm>
            <a:off x="580393" y="4619732"/>
            <a:ext cx="269399" cy="256048"/>
            <a:chOff x="1406075" y="3845750"/>
            <a:chExt cx="415675" cy="395075"/>
          </a:xfrm>
        </p:grpSpPr>
        <p:sp>
          <p:nvSpPr>
            <p:cNvPr id="929" name="Google Shape;929;p3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32" name="Google Shape;93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75913" y="700937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2788" y="249387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4" name="Google Shape;934;p32"/>
          <p:cNvGrpSpPr/>
          <p:nvPr/>
        </p:nvGrpSpPr>
        <p:grpSpPr>
          <a:xfrm>
            <a:off x="8670018" y="4733532"/>
            <a:ext cx="269399" cy="256048"/>
            <a:chOff x="1406075" y="3845750"/>
            <a:chExt cx="415675" cy="395075"/>
          </a:xfrm>
        </p:grpSpPr>
        <p:sp>
          <p:nvSpPr>
            <p:cNvPr id="935" name="Google Shape;935;p3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3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subTitle" idx="1"/>
          </p:nvPr>
        </p:nvSpPr>
        <p:spPr>
          <a:xfrm>
            <a:off x="1290775" y="2895075"/>
            <a:ext cx="2907600" cy="4662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1" name="Google Shape;941;p33"/>
          <p:cNvSpPr txBox="1">
            <a:spLocks noGrp="1"/>
          </p:cNvSpPr>
          <p:nvPr>
            <p:ph type="subTitle" idx="2"/>
          </p:nvPr>
        </p:nvSpPr>
        <p:spPr>
          <a:xfrm>
            <a:off x="4945650" y="2895075"/>
            <a:ext cx="2907600" cy="4662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2" name="Google Shape;942;p33"/>
          <p:cNvSpPr txBox="1">
            <a:spLocks noGrp="1"/>
          </p:cNvSpPr>
          <p:nvPr>
            <p:ph type="subTitle" idx="3"/>
          </p:nvPr>
        </p:nvSpPr>
        <p:spPr>
          <a:xfrm>
            <a:off x="1290775" y="3379875"/>
            <a:ext cx="2907600" cy="6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3" name="Google Shape;943;p33"/>
          <p:cNvSpPr txBox="1">
            <a:spLocks noGrp="1"/>
          </p:cNvSpPr>
          <p:nvPr>
            <p:ph type="subTitle" idx="4"/>
          </p:nvPr>
        </p:nvSpPr>
        <p:spPr>
          <a:xfrm>
            <a:off x="4945638" y="33029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4" name="Google Shape;944;p33"/>
          <p:cNvSpPr txBox="1">
            <a:spLocks noGrp="1"/>
          </p:cNvSpPr>
          <p:nvPr>
            <p:ph type="title"/>
          </p:nvPr>
        </p:nvSpPr>
        <p:spPr>
          <a:xfrm>
            <a:off x="720000" y="5173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45" name="Google Shape;945;p33"/>
          <p:cNvGrpSpPr/>
          <p:nvPr/>
        </p:nvGrpSpPr>
        <p:grpSpPr>
          <a:xfrm>
            <a:off x="327143" y="4797732"/>
            <a:ext cx="269399" cy="256048"/>
            <a:chOff x="1406075" y="3845750"/>
            <a:chExt cx="415675" cy="395075"/>
          </a:xfrm>
        </p:grpSpPr>
        <p:sp>
          <p:nvSpPr>
            <p:cNvPr id="946" name="Google Shape;946;p3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9" name="Google Shape;949;p33"/>
          <p:cNvGrpSpPr/>
          <p:nvPr/>
        </p:nvGrpSpPr>
        <p:grpSpPr>
          <a:xfrm>
            <a:off x="327143" y="129407"/>
            <a:ext cx="269399" cy="256048"/>
            <a:chOff x="1406075" y="3845750"/>
            <a:chExt cx="415675" cy="395075"/>
          </a:xfrm>
        </p:grpSpPr>
        <p:sp>
          <p:nvSpPr>
            <p:cNvPr id="950" name="Google Shape;950;p3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3" name="Google Shape;953;p33"/>
          <p:cNvGrpSpPr/>
          <p:nvPr/>
        </p:nvGrpSpPr>
        <p:grpSpPr>
          <a:xfrm>
            <a:off x="8806968" y="3302957"/>
            <a:ext cx="269399" cy="256048"/>
            <a:chOff x="1406075" y="3845750"/>
            <a:chExt cx="415675" cy="395075"/>
          </a:xfrm>
        </p:grpSpPr>
        <p:sp>
          <p:nvSpPr>
            <p:cNvPr id="954" name="Google Shape;954;p3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33"/>
          <p:cNvGrpSpPr/>
          <p:nvPr/>
        </p:nvGrpSpPr>
        <p:grpSpPr>
          <a:xfrm>
            <a:off x="57743" y="2895082"/>
            <a:ext cx="269399" cy="256048"/>
            <a:chOff x="1406075" y="3845750"/>
            <a:chExt cx="415675" cy="395075"/>
          </a:xfrm>
        </p:grpSpPr>
        <p:sp>
          <p:nvSpPr>
            <p:cNvPr id="958" name="Google Shape;958;p3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1" name="Google Shape;961;p33"/>
          <p:cNvGrpSpPr/>
          <p:nvPr/>
        </p:nvGrpSpPr>
        <p:grpSpPr>
          <a:xfrm>
            <a:off x="6370993" y="4480469"/>
            <a:ext cx="269399" cy="256048"/>
            <a:chOff x="1406075" y="3845750"/>
            <a:chExt cx="415675" cy="395075"/>
          </a:xfrm>
        </p:grpSpPr>
        <p:sp>
          <p:nvSpPr>
            <p:cNvPr id="962" name="Google Shape;962;p3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65" name="Google Shape;965;p33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142575" y="453623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33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542175" y="43313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7" name="Google Shape;967;p33"/>
          <p:cNvGrpSpPr/>
          <p:nvPr/>
        </p:nvGrpSpPr>
        <p:grpSpPr>
          <a:xfrm>
            <a:off x="8428893" y="188982"/>
            <a:ext cx="269399" cy="256048"/>
            <a:chOff x="1406075" y="3845750"/>
            <a:chExt cx="415675" cy="395075"/>
          </a:xfrm>
        </p:grpSpPr>
        <p:sp>
          <p:nvSpPr>
            <p:cNvPr id="968" name="Google Shape;968;p3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4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4"/>
          <p:cNvSpPr txBox="1">
            <a:spLocks noGrp="1"/>
          </p:cNvSpPr>
          <p:nvPr>
            <p:ph type="title"/>
          </p:nvPr>
        </p:nvSpPr>
        <p:spPr>
          <a:xfrm>
            <a:off x="720000" y="448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74" name="Google Shape;974;p34"/>
          <p:cNvGrpSpPr/>
          <p:nvPr/>
        </p:nvGrpSpPr>
        <p:grpSpPr>
          <a:xfrm>
            <a:off x="95431" y="4352457"/>
            <a:ext cx="269399" cy="256048"/>
            <a:chOff x="1406075" y="3845750"/>
            <a:chExt cx="415675" cy="395075"/>
          </a:xfrm>
        </p:grpSpPr>
        <p:sp>
          <p:nvSpPr>
            <p:cNvPr id="975" name="Google Shape;975;p3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8" name="Google Shape;978;p34"/>
          <p:cNvGrpSpPr/>
          <p:nvPr/>
        </p:nvGrpSpPr>
        <p:grpSpPr>
          <a:xfrm>
            <a:off x="364831" y="3324857"/>
            <a:ext cx="269399" cy="256048"/>
            <a:chOff x="1406075" y="3845750"/>
            <a:chExt cx="415675" cy="395075"/>
          </a:xfrm>
        </p:grpSpPr>
        <p:sp>
          <p:nvSpPr>
            <p:cNvPr id="979" name="Google Shape;979;p3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" name="Google Shape;982;p34"/>
          <p:cNvGrpSpPr/>
          <p:nvPr/>
        </p:nvGrpSpPr>
        <p:grpSpPr>
          <a:xfrm>
            <a:off x="223306" y="188982"/>
            <a:ext cx="269399" cy="256048"/>
            <a:chOff x="1406075" y="3845750"/>
            <a:chExt cx="415675" cy="395075"/>
          </a:xfrm>
        </p:grpSpPr>
        <p:sp>
          <p:nvSpPr>
            <p:cNvPr id="983" name="Google Shape;983;p3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6" name="Google Shape;986;p34"/>
          <p:cNvGrpSpPr/>
          <p:nvPr/>
        </p:nvGrpSpPr>
        <p:grpSpPr>
          <a:xfrm>
            <a:off x="7723556" y="47557"/>
            <a:ext cx="269399" cy="256048"/>
            <a:chOff x="1406075" y="3845750"/>
            <a:chExt cx="415675" cy="395075"/>
          </a:xfrm>
        </p:grpSpPr>
        <p:sp>
          <p:nvSpPr>
            <p:cNvPr id="987" name="Google Shape;987;p3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0" name="Google Shape;990;p34"/>
          <p:cNvGrpSpPr/>
          <p:nvPr/>
        </p:nvGrpSpPr>
        <p:grpSpPr>
          <a:xfrm>
            <a:off x="8790706" y="1335132"/>
            <a:ext cx="269399" cy="256048"/>
            <a:chOff x="1406075" y="3845750"/>
            <a:chExt cx="415675" cy="395075"/>
          </a:xfrm>
        </p:grpSpPr>
        <p:sp>
          <p:nvSpPr>
            <p:cNvPr id="991" name="Google Shape;991;p3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4"/>
          <p:cNvGrpSpPr/>
          <p:nvPr/>
        </p:nvGrpSpPr>
        <p:grpSpPr>
          <a:xfrm>
            <a:off x="8521306" y="4256607"/>
            <a:ext cx="269399" cy="256048"/>
            <a:chOff x="1406075" y="3845750"/>
            <a:chExt cx="415675" cy="395075"/>
          </a:xfrm>
        </p:grpSpPr>
        <p:sp>
          <p:nvSpPr>
            <p:cNvPr id="995" name="Google Shape;995;p3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8" name="Google Shape;998;p34"/>
          <p:cNvGrpSpPr/>
          <p:nvPr/>
        </p:nvGrpSpPr>
        <p:grpSpPr>
          <a:xfrm>
            <a:off x="7056456" y="4683094"/>
            <a:ext cx="269399" cy="256048"/>
            <a:chOff x="1406075" y="3845750"/>
            <a:chExt cx="415675" cy="395075"/>
          </a:xfrm>
        </p:grpSpPr>
        <p:sp>
          <p:nvSpPr>
            <p:cNvPr id="999" name="Google Shape;999;p3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02" name="Google Shape;1002;p34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250250" y="2424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34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466950" y="68880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34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364825" y="460849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34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7889100" y="612493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5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35"/>
          <p:cNvSpPr txBox="1">
            <a:spLocks noGrp="1"/>
          </p:cNvSpPr>
          <p:nvPr>
            <p:ph type="body" idx="1"/>
          </p:nvPr>
        </p:nvSpPr>
        <p:spPr>
          <a:xfrm>
            <a:off x="720000" y="1540175"/>
            <a:ext cx="5193300" cy="15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09" name="Google Shape;1009;p35"/>
          <p:cNvSpPr txBox="1">
            <a:spLocks noGrp="1"/>
          </p:cNvSpPr>
          <p:nvPr>
            <p:ph type="title"/>
          </p:nvPr>
        </p:nvSpPr>
        <p:spPr>
          <a:xfrm>
            <a:off x="720000" y="5135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0" name="Google Shape;1010;p35"/>
          <p:cNvGrpSpPr/>
          <p:nvPr/>
        </p:nvGrpSpPr>
        <p:grpSpPr>
          <a:xfrm>
            <a:off x="295081" y="3723532"/>
            <a:ext cx="269399" cy="256048"/>
            <a:chOff x="1406075" y="3845750"/>
            <a:chExt cx="415675" cy="395075"/>
          </a:xfrm>
        </p:grpSpPr>
        <p:sp>
          <p:nvSpPr>
            <p:cNvPr id="1011" name="Google Shape;1011;p3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" name="Google Shape;1014;p35"/>
          <p:cNvGrpSpPr/>
          <p:nvPr/>
        </p:nvGrpSpPr>
        <p:grpSpPr>
          <a:xfrm>
            <a:off x="162731" y="406982"/>
            <a:ext cx="269399" cy="256048"/>
            <a:chOff x="1406075" y="3845750"/>
            <a:chExt cx="415675" cy="395075"/>
          </a:xfrm>
        </p:grpSpPr>
        <p:sp>
          <p:nvSpPr>
            <p:cNvPr id="1015" name="Google Shape;1015;p3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8" name="Google Shape;1018;p35"/>
          <p:cNvGrpSpPr/>
          <p:nvPr/>
        </p:nvGrpSpPr>
        <p:grpSpPr>
          <a:xfrm>
            <a:off x="8081131" y="4480482"/>
            <a:ext cx="269399" cy="256048"/>
            <a:chOff x="1406075" y="3845750"/>
            <a:chExt cx="415675" cy="395075"/>
          </a:xfrm>
        </p:grpSpPr>
        <p:sp>
          <p:nvSpPr>
            <p:cNvPr id="1019" name="Google Shape;1019;p3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2" name="Google Shape;1022;p35"/>
          <p:cNvGrpSpPr/>
          <p:nvPr/>
        </p:nvGrpSpPr>
        <p:grpSpPr>
          <a:xfrm>
            <a:off x="6007681" y="7"/>
            <a:ext cx="269399" cy="256048"/>
            <a:chOff x="1406075" y="3845750"/>
            <a:chExt cx="415675" cy="395075"/>
          </a:xfrm>
        </p:grpSpPr>
        <p:sp>
          <p:nvSpPr>
            <p:cNvPr id="1023" name="Google Shape;1023;p3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" name="Google Shape;1026;p35"/>
          <p:cNvGrpSpPr/>
          <p:nvPr/>
        </p:nvGrpSpPr>
        <p:grpSpPr>
          <a:xfrm>
            <a:off x="937168" y="4736532"/>
            <a:ext cx="269399" cy="256048"/>
            <a:chOff x="1406075" y="3845750"/>
            <a:chExt cx="415675" cy="395075"/>
          </a:xfrm>
        </p:grpSpPr>
        <p:sp>
          <p:nvSpPr>
            <p:cNvPr id="1027" name="Google Shape;1027;p3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35"/>
          <p:cNvGrpSpPr/>
          <p:nvPr/>
        </p:nvGrpSpPr>
        <p:grpSpPr>
          <a:xfrm>
            <a:off x="3749906" y="4836257"/>
            <a:ext cx="269399" cy="256048"/>
            <a:chOff x="1406075" y="3845750"/>
            <a:chExt cx="415675" cy="395075"/>
          </a:xfrm>
        </p:grpSpPr>
        <p:sp>
          <p:nvSpPr>
            <p:cNvPr id="1031" name="Google Shape;1031;p3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35"/>
          <p:cNvGrpSpPr/>
          <p:nvPr/>
        </p:nvGrpSpPr>
        <p:grpSpPr>
          <a:xfrm>
            <a:off x="8742731" y="1911732"/>
            <a:ext cx="269399" cy="256048"/>
            <a:chOff x="1406075" y="3845750"/>
            <a:chExt cx="415675" cy="395075"/>
          </a:xfrm>
        </p:grpSpPr>
        <p:sp>
          <p:nvSpPr>
            <p:cNvPr id="1035" name="Google Shape;1035;p3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8" name="Google Shape;1038;p35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664413" y="387264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35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78600" y="42032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35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1136550" y="379805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35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1685450" y="43313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2" name="Google Shape;1042;p35"/>
          <p:cNvGrpSpPr/>
          <p:nvPr/>
        </p:nvGrpSpPr>
        <p:grpSpPr>
          <a:xfrm>
            <a:off x="8041281" y="852082"/>
            <a:ext cx="269399" cy="256048"/>
            <a:chOff x="1406075" y="3845750"/>
            <a:chExt cx="415675" cy="395075"/>
          </a:xfrm>
        </p:grpSpPr>
        <p:sp>
          <p:nvSpPr>
            <p:cNvPr id="1043" name="Google Shape;1043;p3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6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6"/>
          <p:cNvSpPr txBox="1">
            <a:spLocks noGrp="1"/>
          </p:cNvSpPr>
          <p:nvPr>
            <p:ph type="title"/>
          </p:nvPr>
        </p:nvSpPr>
        <p:spPr>
          <a:xfrm>
            <a:off x="1879050" y="1096350"/>
            <a:ext cx="5385900" cy="29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1049" name="Google Shape;1049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0113" y="42711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3088" y="37996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040038" y="686850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2" name="Google Shape;1052;p36"/>
          <p:cNvGrpSpPr/>
          <p:nvPr/>
        </p:nvGrpSpPr>
        <p:grpSpPr>
          <a:xfrm>
            <a:off x="8040056" y="4271157"/>
            <a:ext cx="269399" cy="256048"/>
            <a:chOff x="1406075" y="3845750"/>
            <a:chExt cx="415675" cy="395075"/>
          </a:xfrm>
        </p:grpSpPr>
        <p:sp>
          <p:nvSpPr>
            <p:cNvPr id="1053" name="Google Shape;1053;p3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36"/>
          <p:cNvGrpSpPr/>
          <p:nvPr/>
        </p:nvGrpSpPr>
        <p:grpSpPr>
          <a:xfrm>
            <a:off x="1681506" y="196332"/>
            <a:ext cx="269399" cy="256048"/>
            <a:chOff x="1406075" y="3845750"/>
            <a:chExt cx="415675" cy="395075"/>
          </a:xfrm>
        </p:grpSpPr>
        <p:sp>
          <p:nvSpPr>
            <p:cNvPr id="1057" name="Google Shape;1057;p3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" name="Google Shape;1060;p36"/>
          <p:cNvGrpSpPr/>
          <p:nvPr/>
        </p:nvGrpSpPr>
        <p:grpSpPr>
          <a:xfrm>
            <a:off x="445706" y="4271157"/>
            <a:ext cx="269399" cy="256048"/>
            <a:chOff x="1406075" y="3845750"/>
            <a:chExt cx="415675" cy="395075"/>
          </a:xfrm>
        </p:grpSpPr>
        <p:sp>
          <p:nvSpPr>
            <p:cNvPr id="1061" name="Google Shape;1061;p3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4" name="Google Shape;1064;p36"/>
          <p:cNvGrpSpPr/>
          <p:nvPr/>
        </p:nvGrpSpPr>
        <p:grpSpPr>
          <a:xfrm>
            <a:off x="114306" y="2802082"/>
            <a:ext cx="269399" cy="256048"/>
            <a:chOff x="1406075" y="3845750"/>
            <a:chExt cx="415675" cy="395075"/>
          </a:xfrm>
        </p:grpSpPr>
        <p:sp>
          <p:nvSpPr>
            <p:cNvPr id="1065" name="Google Shape;1065;p3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8" name="Google Shape;1068;p36"/>
          <p:cNvGrpSpPr/>
          <p:nvPr/>
        </p:nvGrpSpPr>
        <p:grpSpPr>
          <a:xfrm>
            <a:off x="8547206" y="93857"/>
            <a:ext cx="269399" cy="256048"/>
            <a:chOff x="1406075" y="3845750"/>
            <a:chExt cx="415675" cy="395075"/>
          </a:xfrm>
        </p:grpSpPr>
        <p:sp>
          <p:nvSpPr>
            <p:cNvPr id="1069" name="Google Shape;1069;p3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2" name="Google Shape;1072;p36"/>
          <p:cNvGrpSpPr/>
          <p:nvPr/>
        </p:nvGrpSpPr>
        <p:grpSpPr>
          <a:xfrm>
            <a:off x="8816606" y="2123257"/>
            <a:ext cx="269399" cy="256048"/>
            <a:chOff x="1406075" y="3845750"/>
            <a:chExt cx="415675" cy="395075"/>
          </a:xfrm>
        </p:grpSpPr>
        <p:sp>
          <p:nvSpPr>
            <p:cNvPr id="1073" name="Google Shape;1073;p3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" name="Google Shape;1076;p36"/>
          <p:cNvGrpSpPr/>
          <p:nvPr/>
        </p:nvGrpSpPr>
        <p:grpSpPr>
          <a:xfrm>
            <a:off x="3831456" y="4813257"/>
            <a:ext cx="269399" cy="256048"/>
            <a:chOff x="1406075" y="3845750"/>
            <a:chExt cx="415675" cy="395075"/>
          </a:xfrm>
        </p:grpSpPr>
        <p:sp>
          <p:nvSpPr>
            <p:cNvPr id="1077" name="Google Shape;1077;p3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0" name="Google Shape;1080;p36"/>
          <p:cNvGrpSpPr/>
          <p:nvPr/>
        </p:nvGrpSpPr>
        <p:grpSpPr>
          <a:xfrm>
            <a:off x="7375281" y="686857"/>
            <a:ext cx="269399" cy="256048"/>
            <a:chOff x="1406075" y="3845750"/>
            <a:chExt cx="415675" cy="395075"/>
          </a:xfrm>
        </p:grpSpPr>
        <p:sp>
          <p:nvSpPr>
            <p:cNvPr id="1081" name="Google Shape;1081;p3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84" name="Google Shape;108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285263" y="39315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36"/>
          <p:cNvPicPr preferRelativeResize="0"/>
          <p:nvPr/>
        </p:nvPicPr>
        <p:blipFill rotWithShape="1">
          <a:blip r:embed="rId3">
            <a:alphaModFix/>
          </a:blip>
          <a:srcRect t="61366" r="61532"/>
          <a:stretch/>
        </p:blipFill>
        <p:spPr>
          <a:xfrm>
            <a:off x="8371775" y="37200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36"/>
          <p:cNvPicPr preferRelativeResize="0"/>
          <p:nvPr/>
        </p:nvPicPr>
        <p:blipFill rotWithShape="1">
          <a:blip r:embed="rId3">
            <a:alphaModFix/>
          </a:blip>
          <a:srcRect t="61366" r="61532"/>
          <a:stretch/>
        </p:blipFill>
        <p:spPr>
          <a:xfrm>
            <a:off x="8525325" y="4047143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37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37"/>
          <p:cNvSpPr txBox="1">
            <a:spLocks noGrp="1"/>
          </p:cNvSpPr>
          <p:nvPr>
            <p:ph type="title"/>
          </p:nvPr>
        </p:nvSpPr>
        <p:spPr>
          <a:xfrm>
            <a:off x="715100" y="1522593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90" name="Google Shape;1090;p37"/>
          <p:cNvSpPr txBox="1">
            <a:spLocks noGrp="1"/>
          </p:cNvSpPr>
          <p:nvPr>
            <p:ph type="subTitle" idx="1"/>
          </p:nvPr>
        </p:nvSpPr>
        <p:spPr>
          <a:xfrm>
            <a:off x="715175" y="2456007"/>
            <a:ext cx="4740300" cy="116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91" name="Google Shape;109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113" y="4454362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0388" y="4199012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3" name="Google Shape;1093;p37"/>
          <p:cNvGrpSpPr/>
          <p:nvPr/>
        </p:nvGrpSpPr>
        <p:grpSpPr>
          <a:xfrm>
            <a:off x="330568" y="4694007"/>
            <a:ext cx="269399" cy="256048"/>
            <a:chOff x="1406075" y="3845750"/>
            <a:chExt cx="415675" cy="395075"/>
          </a:xfrm>
        </p:grpSpPr>
        <p:sp>
          <p:nvSpPr>
            <p:cNvPr id="1094" name="Google Shape;1094;p3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7" name="Google Shape;1097;p37"/>
          <p:cNvGrpSpPr/>
          <p:nvPr/>
        </p:nvGrpSpPr>
        <p:grpSpPr>
          <a:xfrm>
            <a:off x="1461443" y="278957"/>
            <a:ext cx="269399" cy="256048"/>
            <a:chOff x="1406075" y="3845750"/>
            <a:chExt cx="415675" cy="395075"/>
          </a:xfrm>
        </p:grpSpPr>
        <p:sp>
          <p:nvSpPr>
            <p:cNvPr id="1098" name="Google Shape;1098;p3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1" name="Google Shape;1101;p37"/>
          <p:cNvGrpSpPr/>
          <p:nvPr/>
        </p:nvGrpSpPr>
        <p:grpSpPr>
          <a:xfrm>
            <a:off x="118693" y="1266557"/>
            <a:ext cx="269399" cy="256048"/>
            <a:chOff x="1406075" y="3845750"/>
            <a:chExt cx="415675" cy="395075"/>
          </a:xfrm>
        </p:grpSpPr>
        <p:sp>
          <p:nvSpPr>
            <p:cNvPr id="1102" name="Google Shape;1102;p3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7"/>
          <p:cNvGrpSpPr/>
          <p:nvPr/>
        </p:nvGrpSpPr>
        <p:grpSpPr>
          <a:xfrm>
            <a:off x="8076318" y="4694007"/>
            <a:ext cx="269399" cy="256048"/>
            <a:chOff x="1406075" y="3845750"/>
            <a:chExt cx="415675" cy="395075"/>
          </a:xfrm>
        </p:grpSpPr>
        <p:sp>
          <p:nvSpPr>
            <p:cNvPr id="1106" name="Google Shape;1106;p3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1478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111" name="Google Shape;1111;p38"/>
          <p:cNvGrpSpPr/>
          <p:nvPr/>
        </p:nvGrpSpPr>
        <p:grpSpPr>
          <a:xfrm>
            <a:off x="307106" y="1591582"/>
            <a:ext cx="269399" cy="256048"/>
            <a:chOff x="1406075" y="3845750"/>
            <a:chExt cx="415675" cy="395075"/>
          </a:xfrm>
        </p:grpSpPr>
        <p:sp>
          <p:nvSpPr>
            <p:cNvPr id="1112" name="Google Shape;1112;p3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38"/>
          <p:cNvGrpSpPr/>
          <p:nvPr/>
        </p:nvGrpSpPr>
        <p:grpSpPr>
          <a:xfrm>
            <a:off x="971256" y="4726407"/>
            <a:ext cx="269399" cy="256048"/>
            <a:chOff x="1406075" y="3845750"/>
            <a:chExt cx="415675" cy="395075"/>
          </a:xfrm>
        </p:grpSpPr>
        <p:sp>
          <p:nvSpPr>
            <p:cNvPr id="1116" name="Google Shape;1116;p3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8"/>
          <p:cNvGrpSpPr/>
          <p:nvPr/>
        </p:nvGrpSpPr>
        <p:grpSpPr>
          <a:xfrm>
            <a:off x="8767731" y="3832882"/>
            <a:ext cx="269399" cy="256048"/>
            <a:chOff x="1406075" y="3845750"/>
            <a:chExt cx="415675" cy="395075"/>
          </a:xfrm>
        </p:grpSpPr>
        <p:sp>
          <p:nvSpPr>
            <p:cNvPr id="1120" name="Google Shape;1120;p3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3" name="Google Shape;1123;p38"/>
          <p:cNvGrpSpPr/>
          <p:nvPr/>
        </p:nvGrpSpPr>
        <p:grpSpPr>
          <a:xfrm>
            <a:off x="7957006" y="4784482"/>
            <a:ext cx="269399" cy="256048"/>
            <a:chOff x="1406075" y="3845750"/>
            <a:chExt cx="415675" cy="395075"/>
          </a:xfrm>
        </p:grpSpPr>
        <p:sp>
          <p:nvSpPr>
            <p:cNvPr id="1124" name="Google Shape;1124;p3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7" name="Google Shape;1127;p38"/>
          <p:cNvGrpSpPr/>
          <p:nvPr/>
        </p:nvGrpSpPr>
        <p:grpSpPr>
          <a:xfrm>
            <a:off x="4531831" y="130182"/>
            <a:ext cx="269399" cy="256048"/>
            <a:chOff x="1406075" y="3845750"/>
            <a:chExt cx="415675" cy="395075"/>
          </a:xfrm>
        </p:grpSpPr>
        <p:sp>
          <p:nvSpPr>
            <p:cNvPr id="1128" name="Google Shape;1128;p3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1" name="Google Shape;1131;p38"/>
          <p:cNvGrpSpPr/>
          <p:nvPr/>
        </p:nvGrpSpPr>
        <p:grpSpPr>
          <a:xfrm>
            <a:off x="37706" y="77657"/>
            <a:ext cx="269399" cy="256048"/>
            <a:chOff x="1406075" y="3845750"/>
            <a:chExt cx="415675" cy="395075"/>
          </a:xfrm>
        </p:grpSpPr>
        <p:sp>
          <p:nvSpPr>
            <p:cNvPr id="1132" name="Google Shape;1132;p3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35" name="Google Shape;1135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7088" y="44037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132000" y="3302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375363" y="8200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8" name="Google Shape;1138;p38"/>
          <p:cNvGrpSpPr/>
          <p:nvPr/>
        </p:nvGrpSpPr>
        <p:grpSpPr>
          <a:xfrm>
            <a:off x="8047506" y="820082"/>
            <a:ext cx="269399" cy="256048"/>
            <a:chOff x="1406075" y="3845750"/>
            <a:chExt cx="415675" cy="395075"/>
          </a:xfrm>
        </p:grpSpPr>
        <p:sp>
          <p:nvSpPr>
            <p:cNvPr id="1139" name="Google Shape;1139;p3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39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39"/>
          <p:cNvSpPr txBox="1">
            <a:spLocks noGrp="1"/>
          </p:cNvSpPr>
          <p:nvPr>
            <p:ph type="title" hasCustomPrompt="1"/>
          </p:nvPr>
        </p:nvSpPr>
        <p:spPr>
          <a:xfrm>
            <a:off x="3985600" y="1770050"/>
            <a:ext cx="44433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45" name="Google Shape;1145;p39"/>
          <p:cNvSpPr txBox="1">
            <a:spLocks noGrp="1"/>
          </p:cNvSpPr>
          <p:nvPr>
            <p:ph type="subTitle" idx="1"/>
          </p:nvPr>
        </p:nvSpPr>
        <p:spPr>
          <a:xfrm>
            <a:off x="3985600" y="3281200"/>
            <a:ext cx="4443300" cy="495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46" name="Google Shape;1146;p39"/>
          <p:cNvGrpSpPr/>
          <p:nvPr/>
        </p:nvGrpSpPr>
        <p:grpSpPr>
          <a:xfrm>
            <a:off x="336556" y="4541157"/>
            <a:ext cx="269399" cy="256048"/>
            <a:chOff x="1406075" y="3845750"/>
            <a:chExt cx="415675" cy="395075"/>
          </a:xfrm>
        </p:grpSpPr>
        <p:sp>
          <p:nvSpPr>
            <p:cNvPr id="1147" name="Google Shape;1147;p3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0" name="Google Shape;1150;p39"/>
          <p:cNvGrpSpPr/>
          <p:nvPr/>
        </p:nvGrpSpPr>
        <p:grpSpPr>
          <a:xfrm>
            <a:off x="109831" y="406982"/>
            <a:ext cx="269399" cy="256048"/>
            <a:chOff x="1406075" y="3845750"/>
            <a:chExt cx="415675" cy="395075"/>
          </a:xfrm>
        </p:grpSpPr>
        <p:sp>
          <p:nvSpPr>
            <p:cNvPr id="1151" name="Google Shape;1151;p3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4" name="Google Shape;1154;p39"/>
          <p:cNvGrpSpPr/>
          <p:nvPr/>
        </p:nvGrpSpPr>
        <p:grpSpPr>
          <a:xfrm>
            <a:off x="8551281" y="214732"/>
            <a:ext cx="269399" cy="256048"/>
            <a:chOff x="1406075" y="3845750"/>
            <a:chExt cx="415675" cy="395075"/>
          </a:xfrm>
        </p:grpSpPr>
        <p:sp>
          <p:nvSpPr>
            <p:cNvPr id="1155" name="Google Shape;1155;p3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158;p39"/>
          <p:cNvGrpSpPr/>
          <p:nvPr/>
        </p:nvGrpSpPr>
        <p:grpSpPr>
          <a:xfrm>
            <a:off x="8058181" y="4285107"/>
            <a:ext cx="269399" cy="256048"/>
            <a:chOff x="1406075" y="3845750"/>
            <a:chExt cx="415675" cy="395075"/>
          </a:xfrm>
        </p:grpSpPr>
        <p:sp>
          <p:nvSpPr>
            <p:cNvPr id="1159" name="Google Shape;1159;p3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2" name="Google Shape;1162;p39"/>
          <p:cNvGrpSpPr/>
          <p:nvPr/>
        </p:nvGrpSpPr>
        <p:grpSpPr>
          <a:xfrm>
            <a:off x="2205081" y="57157"/>
            <a:ext cx="269399" cy="256048"/>
            <a:chOff x="1406075" y="3845750"/>
            <a:chExt cx="415675" cy="395075"/>
          </a:xfrm>
        </p:grpSpPr>
        <p:sp>
          <p:nvSpPr>
            <p:cNvPr id="1163" name="Google Shape;1163;p3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6" name="Google Shape;1166;p39"/>
          <p:cNvGrpSpPr/>
          <p:nvPr/>
        </p:nvGrpSpPr>
        <p:grpSpPr>
          <a:xfrm>
            <a:off x="8820681" y="3379457"/>
            <a:ext cx="269399" cy="256048"/>
            <a:chOff x="1406075" y="3845750"/>
            <a:chExt cx="415675" cy="395075"/>
          </a:xfrm>
        </p:grpSpPr>
        <p:sp>
          <p:nvSpPr>
            <p:cNvPr id="1167" name="Google Shape;1167;p3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70" name="Google Shape;1170;p39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7899725" y="40698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39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263550" y="8122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2" name="Google Shape;1172;p39"/>
          <p:cNvGrpSpPr/>
          <p:nvPr/>
        </p:nvGrpSpPr>
        <p:grpSpPr>
          <a:xfrm>
            <a:off x="4050706" y="4843357"/>
            <a:ext cx="269399" cy="256048"/>
            <a:chOff x="1406075" y="3845750"/>
            <a:chExt cx="415675" cy="395075"/>
          </a:xfrm>
        </p:grpSpPr>
        <p:sp>
          <p:nvSpPr>
            <p:cNvPr id="1173" name="Google Shape;1173;p3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41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80" name="Google Shape;1180;p41"/>
          <p:cNvSpPr txBox="1">
            <a:spLocks noGrp="1"/>
          </p:cNvSpPr>
          <p:nvPr>
            <p:ph type="title" idx="2" hasCustomPrompt="1"/>
          </p:nvPr>
        </p:nvSpPr>
        <p:spPr>
          <a:xfrm>
            <a:off x="2653706" y="1255939"/>
            <a:ext cx="5973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1" name="Google Shape;1181;p41"/>
          <p:cNvSpPr txBox="1">
            <a:spLocks noGrp="1"/>
          </p:cNvSpPr>
          <p:nvPr>
            <p:ph type="subTitle" idx="1"/>
          </p:nvPr>
        </p:nvSpPr>
        <p:spPr>
          <a:xfrm>
            <a:off x="1699856" y="2303590"/>
            <a:ext cx="2505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p41"/>
          <p:cNvSpPr txBox="1">
            <a:spLocks noGrp="1"/>
          </p:cNvSpPr>
          <p:nvPr>
            <p:ph type="title" idx="3" hasCustomPrompt="1"/>
          </p:nvPr>
        </p:nvSpPr>
        <p:spPr>
          <a:xfrm>
            <a:off x="5885299" y="1255939"/>
            <a:ext cx="5973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3" name="Google Shape;1183;p41"/>
          <p:cNvSpPr txBox="1">
            <a:spLocks noGrp="1"/>
          </p:cNvSpPr>
          <p:nvPr>
            <p:ph type="subTitle" idx="4"/>
          </p:nvPr>
        </p:nvSpPr>
        <p:spPr>
          <a:xfrm>
            <a:off x="4931449" y="2303590"/>
            <a:ext cx="2505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4" name="Google Shape;1184;p41"/>
          <p:cNvSpPr txBox="1">
            <a:spLocks noGrp="1"/>
          </p:cNvSpPr>
          <p:nvPr>
            <p:ph type="title" idx="5" hasCustomPrompt="1"/>
          </p:nvPr>
        </p:nvSpPr>
        <p:spPr>
          <a:xfrm>
            <a:off x="2653706" y="3083723"/>
            <a:ext cx="5973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5" name="Google Shape;1185;p41"/>
          <p:cNvSpPr txBox="1">
            <a:spLocks noGrp="1"/>
          </p:cNvSpPr>
          <p:nvPr>
            <p:ph type="subTitle" idx="6"/>
          </p:nvPr>
        </p:nvSpPr>
        <p:spPr>
          <a:xfrm>
            <a:off x="1699856" y="4127165"/>
            <a:ext cx="2505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6" name="Google Shape;1186;p41"/>
          <p:cNvSpPr txBox="1">
            <a:spLocks noGrp="1"/>
          </p:cNvSpPr>
          <p:nvPr>
            <p:ph type="title" idx="7" hasCustomPrompt="1"/>
          </p:nvPr>
        </p:nvSpPr>
        <p:spPr>
          <a:xfrm>
            <a:off x="5885299" y="3083723"/>
            <a:ext cx="5973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7" name="Google Shape;1187;p41"/>
          <p:cNvSpPr txBox="1">
            <a:spLocks noGrp="1"/>
          </p:cNvSpPr>
          <p:nvPr>
            <p:ph type="subTitle" idx="8"/>
          </p:nvPr>
        </p:nvSpPr>
        <p:spPr>
          <a:xfrm>
            <a:off x="4931449" y="4127165"/>
            <a:ext cx="2505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8" name="Google Shape;1188;p41"/>
          <p:cNvSpPr txBox="1">
            <a:spLocks noGrp="1"/>
          </p:cNvSpPr>
          <p:nvPr>
            <p:ph type="subTitle" idx="9"/>
          </p:nvPr>
        </p:nvSpPr>
        <p:spPr>
          <a:xfrm>
            <a:off x="1699856" y="1784762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9" name="Google Shape;1189;p41"/>
          <p:cNvSpPr txBox="1">
            <a:spLocks noGrp="1"/>
          </p:cNvSpPr>
          <p:nvPr>
            <p:ph type="subTitle" idx="13"/>
          </p:nvPr>
        </p:nvSpPr>
        <p:spPr>
          <a:xfrm>
            <a:off x="4931449" y="1784762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0" name="Google Shape;1190;p41"/>
          <p:cNvSpPr txBox="1">
            <a:spLocks noGrp="1"/>
          </p:cNvSpPr>
          <p:nvPr>
            <p:ph type="subTitle" idx="14"/>
          </p:nvPr>
        </p:nvSpPr>
        <p:spPr>
          <a:xfrm>
            <a:off x="1699856" y="3608096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1" name="Google Shape;1191;p41"/>
          <p:cNvSpPr txBox="1">
            <a:spLocks noGrp="1"/>
          </p:cNvSpPr>
          <p:nvPr>
            <p:ph type="subTitle" idx="15"/>
          </p:nvPr>
        </p:nvSpPr>
        <p:spPr>
          <a:xfrm>
            <a:off x="4931449" y="3608096"/>
            <a:ext cx="2505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192" name="Google Shape;1192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">
            <a:off x="7300899" y="162662"/>
            <a:ext cx="2256024" cy="132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41"/>
          <p:cNvPicPr preferRelativeResize="0"/>
          <p:nvPr/>
        </p:nvPicPr>
        <p:blipFill rotWithShape="1">
          <a:blip r:embed="rId3">
            <a:alphaModFix/>
          </a:blip>
          <a:srcRect l="27420" b="33470"/>
          <a:stretch/>
        </p:blipFill>
        <p:spPr>
          <a:xfrm>
            <a:off x="331150" y="4128473"/>
            <a:ext cx="890850" cy="697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4" name="Google Shape;1194;p41"/>
          <p:cNvGrpSpPr/>
          <p:nvPr/>
        </p:nvGrpSpPr>
        <p:grpSpPr>
          <a:xfrm>
            <a:off x="8723668" y="3028757"/>
            <a:ext cx="269399" cy="256048"/>
            <a:chOff x="1406075" y="3845750"/>
            <a:chExt cx="415675" cy="395075"/>
          </a:xfrm>
        </p:grpSpPr>
        <p:sp>
          <p:nvSpPr>
            <p:cNvPr id="1195" name="Google Shape;1195;p4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8" name="Google Shape;1198;p41"/>
          <p:cNvGrpSpPr/>
          <p:nvPr/>
        </p:nvGrpSpPr>
        <p:grpSpPr>
          <a:xfrm>
            <a:off x="8004643" y="162657"/>
            <a:ext cx="269399" cy="256048"/>
            <a:chOff x="1406075" y="3845750"/>
            <a:chExt cx="415675" cy="395075"/>
          </a:xfrm>
        </p:grpSpPr>
        <p:sp>
          <p:nvSpPr>
            <p:cNvPr id="1199" name="Google Shape;1199;p4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2" name="Google Shape;1202;p41"/>
          <p:cNvGrpSpPr/>
          <p:nvPr/>
        </p:nvGrpSpPr>
        <p:grpSpPr>
          <a:xfrm>
            <a:off x="8004643" y="4731982"/>
            <a:ext cx="269399" cy="256048"/>
            <a:chOff x="1406075" y="3845750"/>
            <a:chExt cx="415675" cy="395075"/>
          </a:xfrm>
        </p:grpSpPr>
        <p:sp>
          <p:nvSpPr>
            <p:cNvPr id="1203" name="Google Shape;1203;p4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6" name="Google Shape;1206;p41"/>
          <p:cNvGrpSpPr/>
          <p:nvPr/>
        </p:nvGrpSpPr>
        <p:grpSpPr>
          <a:xfrm>
            <a:off x="402618" y="49957"/>
            <a:ext cx="269399" cy="256048"/>
            <a:chOff x="1406075" y="3845750"/>
            <a:chExt cx="415675" cy="395075"/>
          </a:xfrm>
        </p:grpSpPr>
        <p:sp>
          <p:nvSpPr>
            <p:cNvPr id="1207" name="Google Shape;1207;p4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0" name="Google Shape;1210;p41"/>
          <p:cNvGrpSpPr/>
          <p:nvPr/>
        </p:nvGrpSpPr>
        <p:grpSpPr>
          <a:xfrm>
            <a:off x="719993" y="4833157"/>
            <a:ext cx="269399" cy="256048"/>
            <a:chOff x="1406075" y="3845750"/>
            <a:chExt cx="415675" cy="395075"/>
          </a:xfrm>
        </p:grpSpPr>
        <p:sp>
          <p:nvSpPr>
            <p:cNvPr id="1211" name="Google Shape;1211;p4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41"/>
          <p:cNvGrpSpPr/>
          <p:nvPr/>
        </p:nvGrpSpPr>
        <p:grpSpPr>
          <a:xfrm>
            <a:off x="269668" y="3865582"/>
            <a:ext cx="269399" cy="256048"/>
            <a:chOff x="1406075" y="3845750"/>
            <a:chExt cx="415675" cy="395075"/>
          </a:xfrm>
        </p:grpSpPr>
        <p:sp>
          <p:nvSpPr>
            <p:cNvPr id="1215" name="Google Shape;1215;p4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42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42"/>
          <p:cNvSpPr txBox="1">
            <a:spLocks noGrp="1"/>
          </p:cNvSpPr>
          <p:nvPr>
            <p:ph type="subTitle" idx="1"/>
          </p:nvPr>
        </p:nvSpPr>
        <p:spPr>
          <a:xfrm>
            <a:off x="715100" y="3205095"/>
            <a:ext cx="4025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21" name="Google Shape;1221;p42"/>
          <p:cNvSpPr txBox="1">
            <a:spLocks noGrp="1"/>
          </p:cNvSpPr>
          <p:nvPr>
            <p:ph type="title"/>
          </p:nvPr>
        </p:nvSpPr>
        <p:spPr>
          <a:xfrm>
            <a:off x="715100" y="2665555"/>
            <a:ext cx="4025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22" name="Google Shape;1222;p42"/>
          <p:cNvGrpSpPr/>
          <p:nvPr/>
        </p:nvGrpSpPr>
        <p:grpSpPr>
          <a:xfrm>
            <a:off x="267506" y="4412382"/>
            <a:ext cx="269399" cy="256048"/>
            <a:chOff x="1406075" y="3845750"/>
            <a:chExt cx="415675" cy="395075"/>
          </a:xfrm>
        </p:grpSpPr>
        <p:sp>
          <p:nvSpPr>
            <p:cNvPr id="1223" name="Google Shape;1223;p4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6" name="Google Shape;1226;p42"/>
          <p:cNvGrpSpPr/>
          <p:nvPr/>
        </p:nvGrpSpPr>
        <p:grpSpPr>
          <a:xfrm>
            <a:off x="8761406" y="4239557"/>
            <a:ext cx="269399" cy="256048"/>
            <a:chOff x="1406075" y="3845750"/>
            <a:chExt cx="415675" cy="395075"/>
          </a:xfrm>
        </p:grpSpPr>
        <p:sp>
          <p:nvSpPr>
            <p:cNvPr id="1227" name="Google Shape;1227;p4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0" name="Google Shape;1230;p42"/>
          <p:cNvGrpSpPr/>
          <p:nvPr/>
        </p:nvGrpSpPr>
        <p:grpSpPr>
          <a:xfrm>
            <a:off x="7282656" y="4722632"/>
            <a:ext cx="269399" cy="256048"/>
            <a:chOff x="1406075" y="3845750"/>
            <a:chExt cx="415675" cy="395075"/>
          </a:xfrm>
        </p:grpSpPr>
        <p:sp>
          <p:nvSpPr>
            <p:cNvPr id="1231" name="Google Shape;1231;p4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4" name="Google Shape;1234;p42"/>
          <p:cNvGrpSpPr/>
          <p:nvPr/>
        </p:nvGrpSpPr>
        <p:grpSpPr>
          <a:xfrm>
            <a:off x="8492006" y="2378432"/>
            <a:ext cx="269399" cy="256048"/>
            <a:chOff x="1406075" y="3845750"/>
            <a:chExt cx="415675" cy="395075"/>
          </a:xfrm>
        </p:grpSpPr>
        <p:sp>
          <p:nvSpPr>
            <p:cNvPr id="1235" name="Google Shape;1235;p4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42"/>
          <p:cNvGrpSpPr/>
          <p:nvPr/>
        </p:nvGrpSpPr>
        <p:grpSpPr>
          <a:xfrm>
            <a:off x="399781" y="1952182"/>
            <a:ext cx="269399" cy="256048"/>
            <a:chOff x="1406075" y="3845750"/>
            <a:chExt cx="415675" cy="395075"/>
          </a:xfrm>
        </p:grpSpPr>
        <p:sp>
          <p:nvSpPr>
            <p:cNvPr id="1239" name="Google Shape;1239;p4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42" name="Google Shape;124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7488" y="4559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3" name="Google Shape;1243;p42"/>
          <p:cNvGrpSpPr/>
          <p:nvPr/>
        </p:nvGrpSpPr>
        <p:grpSpPr>
          <a:xfrm>
            <a:off x="6534956" y="199932"/>
            <a:ext cx="269399" cy="256048"/>
            <a:chOff x="1406075" y="3845750"/>
            <a:chExt cx="415675" cy="395075"/>
          </a:xfrm>
        </p:grpSpPr>
        <p:sp>
          <p:nvSpPr>
            <p:cNvPr id="1244" name="Google Shape;1244;p4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43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50" name="Google Shape;1250;p43"/>
          <p:cNvSpPr txBox="1">
            <a:spLocks noGrp="1"/>
          </p:cNvSpPr>
          <p:nvPr>
            <p:ph type="subTitle" idx="1"/>
          </p:nvPr>
        </p:nvSpPr>
        <p:spPr>
          <a:xfrm>
            <a:off x="720000" y="2058125"/>
            <a:ext cx="23364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1" name="Google Shape;1251;p43"/>
          <p:cNvSpPr txBox="1">
            <a:spLocks noGrp="1"/>
          </p:cNvSpPr>
          <p:nvPr>
            <p:ph type="subTitle" idx="2"/>
          </p:nvPr>
        </p:nvSpPr>
        <p:spPr>
          <a:xfrm>
            <a:off x="720000" y="2496151"/>
            <a:ext cx="2336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2" name="Google Shape;1252;p43"/>
          <p:cNvSpPr txBox="1">
            <a:spLocks noGrp="1"/>
          </p:cNvSpPr>
          <p:nvPr>
            <p:ph type="subTitle" idx="3"/>
          </p:nvPr>
        </p:nvSpPr>
        <p:spPr>
          <a:xfrm>
            <a:off x="3403800" y="3639151"/>
            <a:ext cx="2336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3" name="Google Shape;1253;p43"/>
          <p:cNvSpPr txBox="1">
            <a:spLocks noGrp="1"/>
          </p:cNvSpPr>
          <p:nvPr>
            <p:ph type="subTitle" idx="4"/>
          </p:nvPr>
        </p:nvSpPr>
        <p:spPr>
          <a:xfrm>
            <a:off x="6087600" y="2496151"/>
            <a:ext cx="2336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4" name="Google Shape;1254;p43"/>
          <p:cNvSpPr txBox="1">
            <a:spLocks noGrp="1"/>
          </p:cNvSpPr>
          <p:nvPr>
            <p:ph type="subTitle" idx="5"/>
          </p:nvPr>
        </p:nvSpPr>
        <p:spPr>
          <a:xfrm>
            <a:off x="3403800" y="3201125"/>
            <a:ext cx="23364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5" name="Google Shape;1255;p43"/>
          <p:cNvSpPr txBox="1">
            <a:spLocks noGrp="1"/>
          </p:cNvSpPr>
          <p:nvPr>
            <p:ph type="subTitle" idx="6"/>
          </p:nvPr>
        </p:nvSpPr>
        <p:spPr>
          <a:xfrm>
            <a:off x="6087600" y="2058125"/>
            <a:ext cx="23364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256" name="Google Shape;1256;p43"/>
          <p:cNvGrpSpPr/>
          <p:nvPr/>
        </p:nvGrpSpPr>
        <p:grpSpPr>
          <a:xfrm>
            <a:off x="375656" y="188982"/>
            <a:ext cx="269399" cy="256048"/>
            <a:chOff x="1406075" y="3845750"/>
            <a:chExt cx="415675" cy="395075"/>
          </a:xfrm>
        </p:grpSpPr>
        <p:sp>
          <p:nvSpPr>
            <p:cNvPr id="1257" name="Google Shape;1257;p4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0" name="Google Shape;1260;p43"/>
          <p:cNvGrpSpPr/>
          <p:nvPr/>
        </p:nvGrpSpPr>
        <p:grpSpPr>
          <a:xfrm>
            <a:off x="8482106" y="761682"/>
            <a:ext cx="269399" cy="256048"/>
            <a:chOff x="1406075" y="3845750"/>
            <a:chExt cx="415675" cy="395075"/>
          </a:xfrm>
        </p:grpSpPr>
        <p:sp>
          <p:nvSpPr>
            <p:cNvPr id="1261" name="Google Shape;1261;p4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4" name="Google Shape;1264;p43"/>
          <p:cNvGrpSpPr/>
          <p:nvPr/>
        </p:nvGrpSpPr>
        <p:grpSpPr>
          <a:xfrm>
            <a:off x="7602056" y="4739282"/>
            <a:ext cx="269399" cy="256048"/>
            <a:chOff x="1406075" y="3845750"/>
            <a:chExt cx="415675" cy="395075"/>
          </a:xfrm>
        </p:grpSpPr>
        <p:sp>
          <p:nvSpPr>
            <p:cNvPr id="1265" name="Google Shape;1265;p4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8" name="Google Shape;1268;p43"/>
          <p:cNvGrpSpPr/>
          <p:nvPr/>
        </p:nvGrpSpPr>
        <p:grpSpPr>
          <a:xfrm>
            <a:off x="8819906" y="3605807"/>
            <a:ext cx="269399" cy="256048"/>
            <a:chOff x="1406075" y="3845750"/>
            <a:chExt cx="415675" cy="395075"/>
          </a:xfrm>
        </p:grpSpPr>
        <p:sp>
          <p:nvSpPr>
            <p:cNvPr id="1269" name="Google Shape;1269;p4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2" name="Google Shape;1272;p43"/>
          <p:cNvGrpSpPr/>
          <p:nvPr/>
        </p:nvGrpSpPr>
        <p:grpSpPr>
          <a:xfrm>
            <a:off x="8086876" y="4562545"/>
            <a:ext cx="684048" cy="406653"/>
            <a:chOff x="152963" y="1275314"/>
            <a:chExt cx="777239" cy="462053"/>
          </a:xfrm>
        </p:grpSpPr>
        <p:sp>
          <p:nvSpPr>
            <p:cNvPr id="1273" name="Google Shape;1273;p43"/>
            <p:cNvSpPr/>
            <p:nvPr/>
          </p:nvSpPr>
          <p:spPr>
            <a:xfrm>
              <a:off x="152963" y="1339318"/>
              <a:ext cx="777239" cy="398049"/>
            </a:xfrm>
            <a:custGeom>
              <a:avLst/>
              <a:gdLst/>
              <a:ahLst/>
              <a:cxnLst/>
              <a:rect l="l" t="t" r="r" b="b"/>
              <a:pathLst>
                <a:path w="5436" h="2784" extrusionOk="0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4" name="Google Shape;1274;p43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1275" name="Google Shape;1275;p43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84" extrusionOk="0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43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60" extrusionOk="0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43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232" extrusionOk="0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43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43" extrusionOk="0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79" name="Google Shape;1279;p43"/>
          <p:cNvGrpSpPr/>
          <p:nvPr/>
        </p:nvGrpSpPr>
        <p:grpSpPr>
          <a:xfrm>
            <a:off x="8174689" y="4050520"/>
            <a:ext cx="684048" cy="406653"/>
            <a:chOff x="152963" y="1275314"/>
            <a:chExt cx="777239" cy="462053"/>
          </a:xfrm>
        </p:grpSpPr>
        <p:sp>
          <p:nvSpPr>
            <p:cNvPr id="1280" name="Google Shape;1280;p43"/>
            <p:cNvSpPr/>
            <p:nvPr/>
          </p:nvSpPr>
          <p:spPr>
            <a:xfrm>
              <a:off x="152963" y="1339318"/>
              <a:ext cx="777239" cy="398049"/>
            </a:xfrm>
            <a:custGeom>
              <a:avLst/>
              <a:gdLst/>
              <a:ahLst/>
              <a:cxnLst/>
              <a:rect l="l" t="t" r="r" b="b"/>
              <a:pathLst>
                <a:path w="5436" h="2784" extrusionOk="0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1" name="Google Shape;1281;p43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1282" name="Google Shape;1282;p43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84" extrusionOk="0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43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60" extrusionOk="0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43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232" extrusionOk="0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3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43" extrusionOk="0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6" name="Google Shape;1286;p43"/>
          <p:cNvGrpSpPr/>
          <p:nvPr/>
        </p:nvGrpSpPr>
        <p:grpSpPr>
          <a:xfrm flipH="1">
            <a:off x="240514" y="4457170"/>
            <a:ext cx="684048" cy="406653"/>
            <a:chOff x="152963" y="1275314"/>
            <a:chExt cx="777239" cy="462053"/>
          </a:xfrm>
        </p:grpSpPr>
        <p:sp>
          <p:nvSpPr>
            <p:cNvPr id="1287" name="Google Shape;1287;p43"/>
            <p:cNvSpPr/>
            <p:nvPr/>
          </p:nvSpPr>
          <p:spPr>
            <a:xfrm>
              <a:off x="152963" y="1339318"/>
              <a:ext cx="777239" cy="398049"/>
            </a:xfrm>
            <a:custGeom>
              <a:avLst/>
              <a:gdLst/>
              <a:ahLst/>
              <a:cxnLst/>
              <a:rect l="l" t="t" r="r" b="b"/>
              <a:pathLst>
                <a:path w="5436" h="2784" extrusionOk="0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8" name="Google Shape;1288;p43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1289" name="Google Shape;1289;p43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84" extrusionOk="0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43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60" extrusionOk="0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3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232" extrusionOk="0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43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43" extrusionOk="0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3" name="Google Shape;1293;p43"/>
          <p:cNvGrpSpPr/>
          <p:nvPr/>
        </p:nvGrpSpPr>
        <p:grpSpPr>
          <a:xfrm>
            <a:off x="996281" y="4125832"/>
            <a:ext cx="269399" cy="256048"/>
            <a:chOff x="1406075" y="3845750"/>
            <a:chExt cx="415675" cy="395075"/>
          </a:xfrm>
        </p:grpSpPr>
        <p:sp>
          <p:nvSpPr>
            <p:cNvPr id="1294" name="Google Shape;1294;p4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44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9" name="Google Shape;1299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00" name="Google Shape;1300;p44"/>
          <p:cNvSpPr txBox="1">
            <a:spLocks noGrp="1"/>
          </p:cNvSpPr>
          <p:nvPr>
            <p:ph type="subTitle" idx="1"/>
          </p:nvPr>
        </p:nvSpPr>
        <p:spPr>
          <a:xfrm>
            <a:off x="717997" y="3284888"/>
            <a:ext cx="24129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1" name="Google Shape;1301;p44"/>
          <p:cNvSpPr txBox="1">
            <a:spLocks noGrp="1"/>
          </p:cNvSpPr>
          <p:nvPr>
            <p:ph type="subTitle" idx="2"/>
          </p:nvPr>
        </p:nvSpPr>
        <p:spPr>
          <a:xfrm>
            <a:off x="3378495" y="3284889"/>
            <a:ext cx="24129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2" name="Google Shape;1302;p44"/>
          <p:cNvSpPr txBox="1">
            <a:spLocks noGrp="1"/>
          </p:cNvSpPr>
          <p:nvPr>
            <p:ph type="subTitle" idx="3"/>
          </p:nvPr>
        </p:nvSpPr>
        <p:spPr>
          <a:xfrm>
            <a:off x="6006278" y="3284889"/>
            <a:ext cx="24129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3" name="Google Shape;1303;p44"/>
          <p:cNvSpPr txBox="1">
            <a:spLocks noGrp="1"/>
          </p:cNvSpPr>
          <p:nvPr>
            <p:ph type="subTitle" idx="4"/>
          </p:nvPr>
        </p:nvSpPr>
        <p:spPr>
          <a:xfrm>
            <a:off x="715100" y="2232200"/>
            <a:ext cx="24129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4" name="Google Shape;1304;p44"/>
          <p:cNvSpPr txBox="1">
            <a:spLocks noGrp="1"/>
          </p:cNvSpPr>
          <p:nvPr>
            <p:ph type="subTitle" idx="5"/>
          </p:nvPr>
        </p:nvSpPr>
        <p:spPr>
          <a:xfrm>
            <a:off x="3375596" y="2232211"/>
            <a:ext cx="24129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5" name="Google Shape;1305;p44"/>
          <p:cNvSpPr txBox="1">
            <a:spLocks noGrp="1"/>
          </p:cNvSpPr>
          <p:nvPr>
            <p:ph type="subTitle" idx="6"/>
          </p:nvPr>
        </p:nvSpPr>
        <p:spPr>
          <a:xfrm>
            <a:off x="6003377" y="2232223"/>
            <a:ext cx="24129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06" name="Google Shape;1306;p44"/>
          <p:cNvGrpSpPr/>
          <p:nvPr/>
        </p:nvGrpSpPr>
        <p:grpSpPr>
          <a:xfrm>
            <a:off x="102181" y="4173582"/>
            <a:ext cx="269399" cy="256048"/>
            <a:chOff x="1406075" y="3845750"/>
            <a:chExt cx="415675" cy="395075"/>
          </a:xfrm>
        </p:grpSpPr>
        <p:sp>
          <p:nvSpPr>
            <p:cNvPr id="1307" name="Google Shape;1307;p4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0" name="Google Shape;1310;p44"/>
          <p:cNvGrpSpPr/>
          <p:nvPr/>
        </p:nvGrpSpPr>
        <p:grpSpPr>
          <a:xfrm>
            <a:off x="4016256" y="4717182"/>
            <a:ext cx="269399" cy="256048"/>
            <a:chOff x="1406075" y="3845750"/>
            <a:chExt cx="415675" cy="395075"/>
          </a:xfrm>
        </p:grpSpPr>
        <p:sp>
          <p:nvSpPr>
            <p:cNvPr id="1311" name="Google Shape;1311;p4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44"/>
          <p:cNvGrpSpPr/>
          <p:nvPr/>
        </p:nvGrpSpPr>
        <p:grpSpPr>
          <a:xfrm>
            <a:off x="8568206" y="3638832"/>
            <a:ext cx="269399" cy="256048"/>
            <a:chOff x="1406075" y="3845750"/>
            <a:chExt cx="415675" cy="395075"/>
          </a:xfrm>
        </p:grpSpPr>
        <p:sp>
          <p:nvSpPr>
            <p:cNvPr id="1315" name="Google Shape;1315;p4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8" name="Google Shape;1318;p44"/>
          <p:cNvGrpSpPr/>
          <p:nvPr/>
        </p:nvGrpSpPr>
        <p:grpSpPr>
          <a:xfrm>
            <a:off x="371581" y="1687907"/>
            <a:ext cx="269399" cy="256048"/>
            <a:chOff x="1406075" y="3845750"/>
            <a:chExt cx="415675" cy="395075"/>
          </a:xfrm>
        </p:grpSpPr>
        <p:sp>
          <p:nvSpPr>
            <p:cNvPr id="1319" name="Google Shape;1319;p4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22" name="Google Shape;13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70672" y="310450"/>
            <a:ext cx="1872376" cy="127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44"/>
          <p:cNvPicPr preferRelativeResize="0"/>
          <p:nvPr/>
        </p:nvPicPr>
        <p:blipFill rotWithShape="1">
          <a:blip r:embed="rId3">
            <a:alphaModFix/>
          </a:blip>
          <a:srcRect t="61366" r="61532"/>
          <a:stretch/>
        </p:blipFill>
        <p:spPr>
          <a:xfrm flipH="1">
            <a:off x="442275" y="456800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4"/>
          <p:cNvPicPr preferRelativeResize="0"/>
          <p:nvPr/>
        </p:nvPicPr>
        <p:blipFill rotWithShape="1">
          <a:blip r:embed="rId3">
            <a:alphaModFix/>
          </a:blip>
          <a:srcRect t="61366" r="61532"/>
          <a:stretch/>
        </p:blipFill>
        <p:spPr>
          <a:xfrm>
            <a:off x="819750" y="4173580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5" name="Google Shape;1325;p44"/>
          <p:cNvGrpSpPr/>
          <p:nvPr/>
        </p:nvGrpSpPr>
        <p:grpSpPr>
          <a:xfrm>
            <a:off x="1540131" y="188982"/>
            <a:ext cx="269399" cy="256048"/>
            <a:chOff x="1406075" y="3845750"/>
            <a:chExt cx="415675" cy="395075"/>
          </a:xfrm>
        </p:grpSpPr>
        <p:sp>
          <p:nvSpPr>
            <p:cNvPr id="1326" name="Google Shape;1326;p4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9" name="Google Shape;1329;p44"/>
          <p:cNvGrpSpPr/>
          <p:nvPr/>
        </p:nvGrpSpPr>
        <p:grpSpPr>
          <a:xfrm>
            <a:off x="8568206" y="310457"/>
            <a:ext cx="269399" cy="256048"/>
            <a:chOff x="1406075" y="3845750"/>
            <a:chExt cx="415675" cy="395075"/>
          </a:xfrm>
        </p:grpSpPr>
        <p:sp>
          <p:nvSpPr>
            <p:cNvPr id="1330" name="Google Shape;1330;p4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45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6" name="Google Shape;1336;p45"/>
          <p:cNvSpPr txBox="1">
            <a:spLocks noGrp="1"/>
          </p:cNvSpPr>
          <p:nvPr>
            <p:ph type="subTitle" idx="1"/>
          </p:nvPr>
        </p:nvSpPr>
        <p:spPr>
          <a:xfrm>
            <a:off x="1177125" y="158527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37" name="Google Shape;1337;p45"/>
          <p:cNvSpPr txBox="1">
            <a:spLocks noGrp="1"/>
          </p:cNvSpPr>
          <p:nvPr>
            <p:ph type="subTitle" idx="2"/>
          </p:nvPr>
        </p:nvSpPr>
        <p:spPr>
          <a:xfrm>
            <a:off x="1177200" y="1953575"/>
            <a:ext cx="2399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8" name="Google Shape;1338;p45"/>
          <p:cNvSpPr txBox="1">
            <a:spLocks noGrp="1"/>
          </p:cNvSpPr>
          <p:nvPr>
            <p:ph type="subTitle" idx="3"/>
          </p:nvPr>
        </p:nvSpPr>
        <p:spPr>
          <a:xfrm>
            <a:off x="5567175" y="1953575"/>
            <a:ext cx="2399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9" name="Google Shape;1339;p45"/>
          <p:cNvSpPr txBox="1">
            <a:spLocks noGrp="1"/>
          </p:cNvSpPr>
          <p:nvPr>
            <p:ph type="subTitle" idx="4"/>
          </p:nvPr>
        </p:nvSpPr>
        <p:spPr>
          <a:xfrm>
            <a:off x="1177200" y="3715725"/>
            <a:ext cx="2399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0" name="Google Shape;1340;p45"/>
          <p:cNvSpPr txBox="1">
            <a:spLocks noGrp="1"/>
          </p:cNvSpPr>
          <p:nvPr>
            <p:ph type="subTitle" idx="5"/>
          </p:nvPr>
        </p:nvSpPr>
        <p:spPr>
          <a:xfrm>
            <a:off x="5567175" y="3715725"/>
            <a:ext cx="2399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1" name="Google Shape;1341;p45"/>
          <p:cNvSpPr txBox="1">
            <a:spLocks noGrp="1"/>
          </p:cNvSpPr>
          <p:nvPr>
            <p:ph type="subTitle" idx="6"/>
          </p:nvPr>
        </p:nvSpPr>
        <p:spPr>
          <a:xfrm>
            <a:off x="1177275" y="334742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42" name="Google Shape;1342;p45"/>
          <p:cNvSpPr txBox="1">
            <a:spLocks noGrp="1"/>
          </p:cNvSpPr>
          <p:nvPr>
            <p:ph type="subTitle" idx="7"/>
          </p:nvPr>
        </p:nvSpPr>
        <p:spPr>
          <a:xfrm>
            <a:off x="5567150" y="158527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43" name="Google Shape;1343;p45"/>
          <p:cNvSpPr txBox="1">
            <a:spLocks noGrp="1"/>
          </p:cNvSpPr>
          <p:nvPr>
            <p:ph type="subTitle" idx="8"/>
          </p:nvPr>
        </p:nvSpPr>
        <p:spPr>
          <a:xfrm>
            <a:off x="5567149" y="3347425"/>
            <a:ext cx="23997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344" name="Google Shape;1344;p45"/>
          <p:cNvGrpSpPr/>
          <p:nvPr/>
        </p:nvGrpSpPr>
        <p:grpSpPr>
          <a:xfrm>
            <a:off x="80406" y="238207"/>
            <a:ext cx="269399" cy="256048"/>
            <a:chOff x="1406075" y="3845750"/>
            <a:chExt cx="415675" cy="395075"/>
          </a:xfrm>
        </p:grpSpPr>
        <p:sp>
          <p:nvSpPr>
            <p:cNvPr id="1345" name="Google Shape;1345;p4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45"/>
          <p:cNvGrpSpPr/>
          <p:nvPr/>
        </p:nvGrpSpPr>
        <p:grpSpPr>
          <a:xfrm>
            <a:off x="3967681" y="4480482"/>
            <a:ext cx="269399" cy="256048"/>
            <a:chOff x="1406075" y="3845750"/>
            <a:chExt cx="415675" cy="395075"/>
          </a:xfrm>
        </p:grpSpPr>
        <p:sp>
          <p:nvSpPr>
            <p:cNvPr id="1349" name="Google Shape;1349;p4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2" name="Google Shape;1352;p45"/>
          <p:cNvGrpSpPr/>
          <p:nvPr/>
        </p:nvGrpSpPr>
        <p:grpSpPr>
          <a:xfrm>
            <a:off x="7870131" y="4796107"/>
            <a:ext cx="269399" cy="256048"/>
            <a:chOff x="1406075" y="3845750"/>
            <a:chExt cx="415675" cy="395075"/>
          </a:xfrm>
        </p:grpSpPr>
        <p:sp>
          <p:nvSpPr>
            <p:cNvPr id="1353" name="Google Shape;1353;p4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6" name="Google Shape;1356;p45"/>
          <p:cNvGrpSpPr/>
          <p:nvPr/>
        </p:nvGrpSpPr>
        <p:grpSpPr>
          <a:xfrm>
            <a:off x="5533431" y="117307"/>
            <a:ext cx="269399" cy="256048"/>
            <a:chOff x="1406075" y="3845750"/>
            <a:chExt cx="415675" cy="395075"/>
          </a:xfrm>
        </p:grpSpPr>
        <p:sp>
          <p:nvSpPr>
            <p:cNvPr id="1357" name="Google Shape;1357;p4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0" name="Google Shape;1360;p45"/>
          <p:cNvGrpSpPr/>
          <p:nvPr/>
        </p:nvGrpSpPr>
        <p:grpSpPr>
          <a:xfrm>
            <a:off x="8735206" y="2051482"/>
            <a:ext cx="269399" cy="256048"/>
            <a:chOff x="1406075" y="3845750"/>
            <a:chExt cx="415675" cy="395075"/>
          </a:xfrm>
        </p:grpSpPr>
        <p:sp>
          <p:nvSpPr>
            <p:cNvPr id="1361" name="Google Shape;1361;p4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64" name="Google Shape;136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18213" y="44804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2013" y="78155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31863" y="330250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7" name="Google Shape;1367;p45"/>
          <p:cNvGrpSpPr/>
          <p:nvPr/>
        </p:nvGrpSpPr>
        <p:grpSpPr>
          <a:xfrm>
            <a:off x="349806" y="3668432"/>
            <a:ext cx="269399" cy="256048"/>
            <a:chOff x="1406075" y="3845750"/>
            <a:chExt cx="415675" cy="395075"/>
          </a:xfrm>
        </p:grpSpPr>
        <p:sp>
          <p:nvSpPr>
            <p:cNvPr id="1368" name="Google Shape;1368;p4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46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46"/>
          <p:cNvSpPr txBox="1">
            <a:spLocks noGrp="1"/>
          </p:cNvSpPr>
          <p:nvPr>
            <p:ph type="subTitle" idx="1"/>
          </p:nvPr>
        </p:nvSpPr>
        <p:spPr>
          <a:xfrm>
            <a:off x="832150" y="2047743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4" name="Google Shape;1374;p46"/>
          <p:cNvSpPr txBox="1">
            <a:spLocks noGrp="1"/>
          </p:cNvSpPr>
          <p:nvPr>
            <p:ph type="subTitle" idx="2"/>
          </p:nvPr>
        </p:nvSpPr>
        <p:spPr>
          <a:xfrm>
            <a:off x="3490868" y="2047743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5" name="Google Shape;1375;p46"/>
          <p:cNvSpPr txBox="1">
            <a:spLocks noGrp="1"/>
          </p:cNvSpPr>
          <p:nvPr>
            <p:ph type="subTitle" idx="3"/>
          </p:nvPr>
        </p:nvSpPr>
        <p:spPr>
          <a:xfrm>
            <a:off x="6149585" y="2047743"/>
            <a:ext cx="2107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6" name="Google Shape;1376;p46"/>
          <p:cNvSpPr txBox="1">
            <a:spLocks noGrp="1"/>
          </p:cNvSpPr>
          <p:nvPr>
            <p:ph type="subTitle" idx="4"/>
          </p:nvPr>
        </p:nvSpPr>
        <p:spPr>
          <a:xfrm>
            <a:off x="832150" y="3578291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7" name="Google Shape;1377;p46"/>
          <p:cNvSpPr txBox="1">
            <a:spLocks noGrp="1"/>
          </p:cNvSpPr>
          <p:nvPr>
            <p:ph type="subTitle" idx="5"/>
          </p:nvPr>
        </p:nvSpPr>
        <p:spPr>
          <a:xfrm>
            <a:off x="3490868" y="3578291"/>
            <a:ext cx="211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8" name="Google Shape;1378;p46"/>
          <p:cNvSpPr txBox="1">
            <a:spLocks noGrp="1"/>
          </p:cNvSpPr>
          <p:nvPr>
            <p:ph type="subTitle" idx="6"/>
          </p:nvPr>
        </p:nvSpPr>
        <p:spPr>
          <a:xfrm>
            <a:off x="6149585" y="3578291"/>
            <a:ext cx="2107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9" name="Google Shape;1379;p46"/>
          <p:cNvSpPr txBox="1">
            <a:spLocks noGrp="1"/>
          </p:cNvSpPr>
          <p:nvPr>
            <p:ph type="subTitle" idx="7"/>
          </p:nvPr>
        </p:nvSpPr>
        <p:spPr>
          <a:xfrm>
            <a:off x="832150" y="1591700"/>
            <a:ext cx="2112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0" name="Google Shape;1380;p46"/>
          <p:cNvSpPr txBox="1">
            <a:spLocks noGrp="1"/>
          </p:cNvSpPr>
          <p:nvPr>
            <p:ph type="subTitle" idx="8"/>
          </p:nvPr>
        </p:nvSpPr>
        <p:spPr>
          <a:xfrm>
            <a:off x="3489518" y="1591700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1" name="Google Shape;1381;p46"/>
          <p:cNvSpPr txBox="1">
            <a:spLocks noGrp="1"/>
          </p:cNvSpPr>
          <p:nvPr>
            <p:ph type="subTitle" idx="9"/>
          </p:nvPr>
        </p:nvSpPr>
        <p:spPr>
          <a:xfrm>
            <a:off x="6147185" y="1591700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2" name="Google Shape;1382;p46"/>
          <p:cNvSpPr txBox="1">
            <a:spLocks noGrp="1"/>
          </p:cNvSpPr>
          <p:nvPr>
            <p:ph type="subTitle" idx="13"/>
          </p:nvPr>
        </p:nvSpPr>
        <p:spPr>
          <a:xfrm>
            <a:off x="832150" y="3122250"/>
            <a:ext cx="21120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3" name="Google Shape;1383;p46"/>
          <p:cNvSpPr txBox="1">
            <a:spLocks noGrp="1"/>
          </p:cNvSpPr>
          <p:nvPr>
            <p:ph type="subTitle" idx="14"/>
          </p:nvPr>
        </p:nvSpPr>
        <p:spPr>
          <a:xfrm>
            <a:off x="3489518" y="3122239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4" name="Google Shape;1384;p46"/>
          <p:cNvSpPr txBox="1">
            <a:spLocks noGrp="1"/>
          </p:cNvSpPr>
          <p:nvPr>
            <p:ph type="subTitle" idx="15"/>
          </p:nvPr>
        </p:nvSpPr>
        <p:spPr>
          <a:xfrm>
            <a:off x="6147185" y="3122239"/>
            <a:ext cx="2112300" cy="4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5" name="Google Shape;1385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386" name="Google Shape;138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" flipH="1">
            <a:off x="6700451" y="188977"/>
            <a:ext cx="2142297" cy="1269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51788" y="453200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84638" y="427552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9" name="Google Shape;1389;p46"/>
          <p:cNvGrpSpPr/>
          <p:nvPr/>
        </p:nvGrpSpPr>
        <p:grpSpPr>
          <a:xfrm>
            <a:off x="8294193" y="603357"/>
            <a:ext cx="269399" cy="256048"/>
            <a:chOff x="1406075" y="3845750"/>
            <a:chExt cx="415675" cy="395075"/>
          </a:xfrm>
        </p:grpSpPr>
        <p:sp>
          <p:nvSpPr>
            <p:cNvPr id="1390" name="Google Shape;1390;p4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6"/>
          <p:cNvGrpSpPr/>
          <p:nvPr/>
        </p:nvGrpSpPr>
        <p:grpSpPr>
          <a:xfrm>
            <a:off x="908418" y="4736532"/>
            <a:ext cx="269399" cy="256048"/>
            <a:chOff x="1406075" y="3845750"/>
            <a:chExt cx="415675" cy="395075"/>
          </a:xfrm>
        </p:grpSpPr>
        <p:sp>
          <p:nvSpPr>
            <p:cNvPr id="1394" name="Google Shape;1394;p4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7" name="Google Shape;1397;p46"/>
          <p:cNvGrpSpPr/>
          <p:nvPr/>
        </p:nvGrpSpPr>
        <p:grpSpPr>
          <a:xfrm>
            <a:off x="375656" y="188982"/>
            <a:ext cx="269399" cy="256048"/>
            <a:chOff x="1406075" y="3845750"/>
            <a:chExt cx="415675" cy="395075"/>
          </a:xfrm>
        </p:grpSpPr>
        <p:sp>
          <p:nvSpPr>
            <p:cNvPr id="1398" name="Google Shape;1398;p4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1" name="Google Shape;1401;p46"/>
          <p:cNvGrpSpPr/>
          <p:nvPr/>
        </p:nvGrpSpPr>
        <p:grpSpPr>
          <a:xfrm>
            <a:off x="305606" y="3227332"/>
            <a:ext cx="269399" cy="256048"/>
            <a:chOff x="1406075" y="3845750"/>
            <a:chExt cx="415675" cy="395075"/>
          </a:xfrm>
        </p:grpSpPr>
        <p:sp>
          <p:nvSpPr>
            <p:cNvPr id="1402" name="Google Shape;1402;p4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46"/>
          <p:cNvGrpSpPr/>
          <p:nvPr/>
        </p:nvGrpSpPr>
        <p:grpSpPr>
          <a:xfrm>
            <a:off x="7990068" y="4736532"/>
            <a:ext cx="269399" cy="256048"/>
            <a:chOff x="1406075" y="3845750"/>
            <a:chExt cx="415675" cy="395075"/>
          </a:xfrm>
        </p:grpSpPr>
        <p:sp>
          <p:nvSpPr>
            <p:cNvPr id="1406" name="Google Shape;1406;p4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47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12" name="Google Shape;1412;p47"/>
          <p:cNvSpPr txBox="1">
            <a:spLocks noGrp="1"/>
          </p:cNvSpPr>
          <p:nvPr>
            <p:ph type="title" idx="2" hasCustomPrompt="1"/>
          </p:nvPr>
        </p:nvSpPr>
        <p:spPr>
          <a:xfrm>
            <a:off x="2464037" y="1698425"/>
            <a:ext cx="4215900" cy="69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1413" name="Google Shape;1413;p47"/>
          <p:cNvSpPr txBox="1">
            <a:spLocks noGrp="1"/>
          </p:cNvSpPr>
          <p:nvPr>
            <p:ph type="subTitle" idx="1"/>
          </p:nvPr>
        </p:nvSpPr>
        <p:spPr>
          <a:xfrm flipH="1">
            <a:off x="2463938" y="2509425"/>
            <a:ext cx="4215900" cy="41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14" name="Google Shape;1414;p47"/>
          <p:cNvSpPr txBox="1">
            <a:spLocks noGrp="1"/>
          </p:cNvSpPr>
          <p:nvPr>
            <p:ph type="title" idx="3" hasCustomPrompt="1"/>
          </p:nvPr>
        </p:nvSpPr>
        <p:spPr>
          <a:xfrm>
            <a:off x="2464162" y="3276175"/>
            <a:ext cx="4215900" cy="69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1415" name="Google Shape;1415;p47"/>
          <p:cNvSpPr txBox="1">
            <a:spLocks noGrp="1"/>
          </p:cNvSpPr>
          <p:nvPr>
            <p:ph type="subTitle" idx="4"/>
          </p:nvPr>
        </p:nvSpPr>
        <p:spPr>
          <a:xfrm flipH="1">
            <a:off x="2463938" y="4106675"/>
            <a:ext cx="4215900" cy="41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416" name="Google Shape;1416;p47"/>
          <p:cNvGrpSpPr/>
          <p:nvPr/>
        </p:nvGrpSpPr>
        <p:grpSpPr>
          <a:xfrm>
            <a:off x="8624243" y="4270032"/>
            <a:ext cx="269399" cy="256048"/>
            <a:chOff x="1406075" y="3845750"/>
            <a:chExt cx="415675" cy="395075"/>
          </a:xfrm>
        </p:grpSpPr>
        <p:sp>
          <p:nvSpPr>
            <p:cNvPr id="1417" name="Google Shape;1417;p4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0" name="Google Shape;1420;p47"/>
          <p:cNvGrpSpPr/>
          <p:nvPr/>
        </p:nvGrpSpPr>
        <p:grpSpPr>
          <a:xfrm>
            <a:off x="7325468" y="4445207"/>
            <a:ext cx="269399" cy="256048"/>
            <a:chOff x="1406075" y="3845750"/>
            <a:chExt cx="415675" cy="395075"/>
          </a:xfrm>
        </p:grpSpPr>
        <p:sp>
          <p:nvSpPr>
            <p:cNvPr id="1421" name="Google Shape;1421;p4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4" name="Google Shape;1424;p47"/>
          <p:cNvGrpSpPr/>
          <p:nvPr/>
        </p:nvGrpSpPr>
        <p:grpSpPr>
          <a:xfrm>
            <a:off x="3041593" y="188982"/>
            <a:ext cx="269399" cy="256048"/>
            <a:chOff x="1406075" y="3845750"/>
            <a:chExt cx="415675" cy="395075"/>
          </a:xfrm>
        </p:grpSpPr>
        <p:sp>
          <p:nvSpPr>
            <p:cNvPr id="1425" name="Google Shape;1425;p4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8" name="Google Shape;1428;p47"/>
          <p:cNvGrpSpPr/>
          <p:nvPr/>
        </p:nvGrpSpPr>
        <p:grpSpPr>
          <a:xfrm>
            <a:off x="8691968" y="1920057"/>
            <a:ext cx="269399" cy="256048"/>
            <a:chOff x="1406075" y="3845750"/>
            <a:chExt cx="415675" cy="395075"/>
          </a:xfrm>
        </p:grpSpPr>
        <p:sp>
          <p:nvSpPr>
            <p:cNvPr id="1429" name="Google Shape;1429;p4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2" name="Google Shape;1432;p47"/>
          <p:cNvGrpSpPr/>
          <p:nvPr/>
        </p:nvGrpSpPr>
        <p:grpSpPr>
          <a:xfrm>
            <a:off x="8078268" y="77532"/>
            <a:ext cx="269399" cy="256048"/>
            <a:chOff x="1406075" y="3845750"/>
            <a:chExt cx="415675" cy="395075"/>
          </a:xfrm>
        </p:grpSpPr>
        <p:sp>
          <p:nvSpPr>
            <p:cNvPr id="1433" name="Google Shape;1433;p4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7"/>
          <p:cNvGrpSpPr/>
          <p:nvPr/>
        </p:nvGrpSpPr>
        <p:grpSpPr>
          <a:xfrm>
            <a:off x="407593" y="4650207"/>
            <a:ext cx="269399" cy="256048"/>
            <a:chOff x="1406075" y="3845750"/>
            <a:chExt cx="415675" cy="395075"/>
          </a:xfrm>
        </p:grpSpPr>
        <p:sp>
          <p:nvSpPr>
            <p:cNvPr id="1437" name="Google Shape;1437;p47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7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7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48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48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43" name="Google Shape;1443;p48"/>
          <p:cNvGrpSpPr/>
          <p:nvPr/>
        </p:nvGrpSpPr>
        <p:grpSpPr>
          <a:xfrm>
            <a:off x="162181" y="3932182"/>
            <a:ext cx="269399" cy="256048"/>
            <a:chOff x="1406075" y="3845750"/>
            <a:chExt cx="415675" cy="395075"/>
          </a:xfrm>
        </p:grpSpPr>
        <p:sp>
          <p:nvSpPr>
            <p:cNvPr id="1444" name="Google Shape;1444;p4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7" name="Google Shape;1447;p48"/>
          <p:cNvGrpSpPr/>
          <p:nvPr/>
        </p:nvGrpSpPr>
        <p:grpSpPr>
          <a:xfrm>
            <a:off x="7968531" y="406982"/>
            <a:ext cx="269399" cy="256048"/>
            <a:chOff x="1406075" y="3845750"/>
            <a:chExt cx="415675" cy="395075"/>
          </a:xfrm>
        </p:grpSpPr>
        <p:sp>
          <p:nvSpPr>
            <p:cNvPr id="1448" name="Google Shape;1448;p4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1" name="Google Shape;1451;p48"/>
          <p:cNvGrpSpPr/>
          <p:nvPr/>
        </p:nvGrpSpPr>
        <p:grpSpPr>
          <a:xfrm>
            <a:off x="8834931" y="1783482"/>
            <a:ext cx="269399" cy="256048"/>
            <a:chOff x="1406075" y="3845750"/>
            <a:chExt cx="415675" cy="395075"/>
          </a:xfrm>
        </p:grpSpPr>
        <p:sp>
          <p:nvSpPr>
            <p:cNvPr id="1452" name="Google Shape;1452;p4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5" name="Google Shape;1455;p48"/>
          <p:cNvGrpSpPr/>
          <p:nvPr/>
        </p:nvGrpSpPr>
        <p:grpSpPr>
          <a:xfrm>
            <a:off x="8078031" y="4696007"/>
            <a:ext cx="269399" cy="256048"/>
            <a:chOff x="1406075" y="3845750"/>
            <a:chExt cx="415675" cy="395075"/>
          </a:xfrm>
        </p:grpSpPr>
        <p:sp>
          <p:nvSpPr>
            <p:cNvPr id="1456" name="Google Shape;1456;p4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9" name="Google Shape;1459;p48"/>
          <p:cNvGrpSpPr/>
          <p:nvPr/>
        </p:nvGrpSpPr>
        <p:grpSpPr>
          <a:xfrm>
            <a:off x="2618481" y="4899857"/>
            <a:ext cx="269399" cy="256048"/>
            <a:chOff x="1406075" y="3845750"/>
            <a:chExt cx="415675" cy="395075"/>
          </a:xfrm>
        </p:grpSpPr>
        <p:sp>
          <p:nvSpPr>
            <p:cNvPr id="1460" name="Google Shape;1460;p4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3" name="Google Shape;1463;p48"/>
          <p:cNvGrpSpPr/>
          <p:nvPr/>
        </p:nvGrpSpPr>
        <p:grpSpPr>
          <a:xfrm>
            <a:off x="3276056" y="63907"/>
            <a:ext cx="269399" cy="256048"/>
            <a:chOff x="1406075" y="3845750"/>
            <a:chExt cx="415675" cy="395075"/>
          </a:xfrm>
        </p:grpSpPr>
        <p:sp>
          <p:nvSpPr>
            <p:cNvPr id="1464" name="Google Shape;1464;p4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67" name="Google Shape;146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263" y="4199000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038" y="46192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9" name="Google Shape;146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225" y="461927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7413" y="1924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1" name="Google Shape;1471;p48"/>
          <p:cNvGrpSpPr/>
          <p:nvPr/>
        </p:nvGrpSpPr>
        <p:grpSpPr>
          <a:xfrm>
            <a:off x="445706" y="1197457"/>
            <a:ext cx="269399" cy="256048"/>
            <a:chOff x="1406075" y="3845750"/>
            <a:chExt cx="415675" cy="395075"/>
          </a:xfrm>
        </p:grpSpPr>
        <p:sp>
          <p:nvSpPr>
            <p:cNvPr id="1472" name="Google Shape;1472;p4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49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78" name="Google Shape;1478;p49"/>
          <p:cNvSpPr txBox="1">
            <a:spLocks noGrp="1"/>
          </p:cNvSpPr>
          <p:nvPr>
            <p:ph type="body" idx="1"/>
          </p:nvPr>
        </p:nvSpPr>
        <p:spPr>
          <a:xfrm>
            <a:off x="720000" y="1188300"/>
            <a:ext cx="7704000" cy="7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79" name="Google Shape;1479;p49"/>
          <p:cNvGrpSpPr/>
          <p:nvPr/>
        </p:nvGrpSpPr>
        <p:grpSpPr>
          <a:xfrm>
            <a:off x="88018" y="4480482"/>
            <a:ext cx="269399" cy="256048"/>
            <a:chOff x="1406075" y="3845750"/>
            <a:chExt cx="415675" cy="395075"/>
          </a:xfrm>
        </p:grpSpPr>
        <p:sp>
          <p:nvSpPr>
            <p:cNvPr id="1480" name="Google Shape;1480;p4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3" name="Google Shape;1483;p49"/>
          <p:cNvGrpSpPr/>
          <p:nvPr/>
        </p:nvGrpSpPr>
        <p:grpSpPr>
          <a:xfrm>
            <a:off x="500868" y="188982"/>
            <a:ext cx="269399" cy="256048"/>
            <a:chOff x="1406075" y="3845750"/>
            <a:chExt cx="415675" cy="395075"/>
          </a:xfrm>
        </p:grpSpPr>
        <p:sp>
          <p:nvSpPr>
            <p:cNvPr id="1484" name="Google Shape;1484;p4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7" name="Google Shape;1487;p49"/>
          <p:cNvGrpSpPr/>
          <p:nvPr/>
        </p:nvGrpSpPr>
        <p:grpSpPr>
          <a:xfrm>
            <a:off x="8737368" y="3435732"/>
            <a:ext cx="269399" cy="256048"/>
            <a:chOff x="1406075" y="3845750"/>
            <a:chExt cx="415675" cy="395075"/>
          </a:xfrm>
        </p:grpSpPr>
        <p:sp>
          <p:nvSpPr>
            <p:cNvPr id="1488" name="Google Shape;1488;p4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1" name="Google Shape;1491;p49"/>
          <p:cNvGrpSpPr/>
          <p:nvPr/>
        </p:nvGrpSpPr>
        <p:grpSpPr>
          <a:xfrm>
            <a:off x="6779068" y="4817657"/>
            <a:ext cx="269399" cy="256048"/>
            <a:chOff x="1406075" y="3845750"/>
            <a:chExt cx="415675" cy="395075"/>
          </a:xfrm>
        </p:grpSpPr>
        <p:sp>
          <p:nvSpPr>
            <p:cNvPr id="1492" name="Google Shape;1492;p4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95" name="Google Shape;149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7425" y="4542225"/>
            <a:ext cx="593783" cy="4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60313" y="4198975"/>
            <a:ext cx="593783" cy="40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7" name="Google Shape;1497;p49"/>
          <p:cNvGrpSpPr/>
          <p:nvPr/>
        </p:nvGrpSpPr>
        <p:grpSpPr>
          <a:xfrm>
            <a:off x="291643" y="2238957"/>
            <a:ext cx="269399" cy="256048"/>
            <a:chOff x="1406075" y="3845750"/>
            <a:chExt cx="415675" cy="395075"/>
          </a:xfrm>
        </p:grpSpPr>
        <p:sp>
          <p:nvSpPr>
            <p:cNvPr id="1498" name="Google Shape;1498;p4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1" name="Google Shape;1501;p49"/>
          <p:cNvGrpSpPr/>
          <p:nvPr/>
        </p:nvGrpSpPr>
        <p:grpSpPr>
          <a:xfrm>
            <a:off x="8519618" y="761682"/>
            <a:ext cx="269399" cy="256048"/>
            <a:chOff x="1406075" y="3845750"/>
            <a:chExt cx="415675" cy="395075"/>
          </a:xfrm>
        </p:grpSpPr>
        <p:sp>
          <p:nvSpPr>
            <p:cNvPr id="1502" name="Google Shape;1502;p4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50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08" name="Google Shape;1508;p50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509" name="Google Shape;1509;p50"/>
          <p:cNvGrpSpPr/>
          <p:nvPr/>
        </p:nvGrpSpPr>
        <p:grpSpPr>
          <a:xfrm>
            <a:off x="312143" y="4728757"/>
            <a:ext cx="269399" cy="256048"/>
            <a:chOff x="1406075" y="3845750"/>
            <a:chExt cx="415675" cy="395075"/>
          </a:xfrm>
        </p:grpSpPr>
        <p:sp>
          <p:nvSpPr>
            <p:cNvPr id="1510" name="Google Shape;1510;p5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5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3" name="Google Shape;1513;p50"/>
          <p:cNvGrpSpPr/>
          <p:nvPr/>
        </p:nvGrpSpPr>
        <p:grpSpPr>
          <a:xfrm>
            <a:off x="976818" y="188982"/>
            <a:ext cx="269399" cy="256048"/>
            <a:chOff x="1406075" y="3845750"/>
            <a:chExt cx="415675" cy="395075"/>
          </a:xfrm>
        </p:grpSpPr>
        <p:sp>
          <p:nvSpPr>
            <p:cNvPr id="1514" name="Google Shape;1514;p5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5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5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7" name="Google Shape;1517;p50"/>
          <p:cNvGrpSpPr/>
          <p:nvPr/>
        </p:nvGrpSpPr>
        <p:grpSpPr>
          <a:xfrm>
            <a:off x="7931318" y="4480482"/>
            <a:ext cx="269399" cy="256048"/>
            <a:chOff x="1406075" y="3845750"/>
            <a:chExt cx="415675" cy="395075"/>
          </a:xfrm>
        </p:grpSpPr>
        <p:sp>
          <p:nvSpPr>
            <p:cNvPr id="1518" name="Google Shape;1518;p5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5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5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1" name="Google Shape;1521;p50"/>
          <p:cNvGrpSpPr/>
          <p:nvPr/>
        </p:nvGrpSpPr>
        <p:grpSpPr>
          <a:xfrm>
            <a:off x="42743" y="1793232"/>
            <a:ext cx="269399" cy="256048"/>
            <a:chOff x="1406075" y="3845750"/>
            <a:chExt cx="415675" cy="395075"/>
          </a:xfrm>
        </p:grpSpPr>
        <p:sp>
          <p:nvSpPr>
            <p:cNvPr id="1522" name="Google Shape;1522;p5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5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5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5" name="Google Shape;1525;p50"/>
          <p:cNvGrpSpPr/>
          <p:nvPr/>
        </p:nvGrpSpPr>
        <p:grpSpPr>
          <a:xfrm>
            <a:off x="8506368" y="678982"/>
            <a:ext cx="269399" cy="256048"/>
            <a:chOff x="1406075" y="3845750"/>
            <a:chExt cx="415675" cy="395075"/>
          </a:xfrm>
        </p:grpSpPr>
        <p:sp>
          <p:nvSpPr>
            <p:cNvPr id="1526" name="Google Shape;1526;p5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5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5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29" name="Google Shape;1529;p50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571700" y="373025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0" name="Google Shape;1530;p50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571700" y="433089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1" name="Google Shape;1531;p50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247850" y="4006880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"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51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51"/>
          <p:cNvSpPr txBox="1">
            <a:spLocks noGrp="1"/>
          </p:cNvSpPr>
          <p:nvPr>
            <p:ph type="title"/>
          </p:nvPr>
        </p:nvSpPr>
        <p:spPr>
          <a:xfrm>
            <a:off x="720000" y="1354375"/>
            <a:ext cx="35937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35" name="Google Shape;1535;p51"/>
          <p:cNvSpPr txBox="1">
            <a:spLocks noGrp="1"/>
          </p:cNvSpPr>
          <p:nvPr>
            <p:ph type="subTitle" idx="1"/>
          </p:nvPr>
        </p:nvSpPr>
        <p:spPr>
          <a:xfrm>
            <a:off x="720000" y="2986350"/>
            <a:ext cx="3593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6" name="Google Shape;1536;p51"/>
          <p:cNvSpPr>
            <a:spLocks noGrp="1"/>
          </p:cNvSpPr>
          <p:nvPr>
            <p:ph type="pic" idx="2"/>
          </p:nvPr>
        </p:nvSpPr>
        <p:spPr>
          <a:xfrm>
            <a:off x="4657000" y="1209025"/>
            <a:ext cx="3786600" cy="3399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37" name="Google Shape;1537;p51"/>
          <p:cNvGrpSpPr/>
          <p:nvPr/>
        </p:nvGrpSpPr>
        <p:grpSpPr>
          <a:xfrm>
            <a:off x="107156" y="868507"/>
            <a:ext cx="269399" cy="256048"/>
            <a:chOff x="1406075" y="3845750"/>
            <a:chExt cx="415675" cy="395075"/>
          </a:xfrm>
        </p:grpSpPr>
        <p:sp>
          <p:nvSpPr>
            <p:cNvPr id="1538" name="Google Shape;1538;p5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1" name="Google Shape;1541;p51"/>
          <p:cNvGrpSpPr/>
          <p:nvPr/>
        </p:nvGrpSpPr>
        <p:grpSpPr>
          <a:xfrm>
            <a:off x="329306" y="4102657"/>
            <a:ext cx="269399" cy="256048"/>
            <a:chOff x="1406075" y="3845750"/>
            <a:chExt cx="415675" cy="395075"/>
          </a:xfrm>
        </p:grpSpPr>
        <p:sp>
          <p:nvSpPr>
            <p:cNvPr id="1542" name="Google Shape;1542;p5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5" name="Google Shape;1545;p51"/>
          <p:cNvGrpSpPr/>
          <p:nvPr/>
        </p:nvGrpSpPr>
        <p:grpSpPr>
          <a:xfrm>
            <a:off x="1330831" y="4721182"/>
            <a:ext cx="269399" cy="256048"/>
            <a:chOff x="1406075" y="3845750"/>
            <a:chExt cx="415675" cy="395075"/>
          </a:xfrm>
        </p:grpSpPr>
        <p:sp>
          <p:nvSpPr>
            <p:cNvPr id="1546" name="Google Shape;1546;p5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5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9" name="Google Shape;1549;p51"/>
          <p:cNvGrpSpPr/>
          <p:nvPr/>
        </p:nvGrpSpPr>
        <p:grpSpPr>
          <a:xfrm>
            <a:off x="8675956" y="3897732"/>
            <a:ext cx="269399" cy="256048"/>
            <a:chOff x="1406075" y="3845750"/>
            <a:chExt cx="415675" cy="395075"/>
          </a:xfrm>
        </p:grpSpPr>
        <p:sp>
          <p:nvSpPr>
            <p:cNvPr id="1550" name="Google Shape;1550;p5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3" name="Google Shape;1553;p51"/>
          <p:cNvGrpSpPr/>
          <p:nvPr/>
        </p:nvGrpSpPr>
        <p:grpSpPr>
          <a:xfrm>
            <a:off x="8756631" y="676707"/>
            <a:ext cx="269399" cy="256048"/>
            <a:chOff x="1406075" y="3845750"/>
            <a:chExt cx="415675" cy="395075"/>
          </a:xfrm>
        </p:grpSpPr>
        <p:sp>
          <p:nvSpPr>
            <p:cNvPr id="1554" name="Google Shape;1554;p5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5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5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57" name="Google Shape;1557;p51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264837" y="204368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51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479025" y="535005"/>
            <a:ext cx="472150" cy="405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9" name="Google Shape;1559;p51"/>
          <p:cNvGrpSpPr/>
          <p:nvPr/>
        </p:nvGrpSpPr>
        <p:grpSpPr>
          <a:xfrm flipH="1">
            <a:off x="795626" y="270058"/>
            <a:ext cx="684048" cy="406653"/>
            <a:chOff x="152963" y="1275314"/>
            <a:chExt cx="777239" cy="462053"/>
          </a:xfrm>
        </p:grpSpPr>
        <p:sp>
          <p:nvSpPr>
            <p:cNvPr id="1560" name="Google Shape;1560;p51"/>
            <p:cNvSpPr/>
            <p:nvPr/>
          </p:nvSpPr>
          <p:spPr>
            <a:xfrm>
              <a:off x="152963" y="1339318"/>
              <a:ext cx="777239" cy="398049"/>
            </a:xfrm>
            <a:custGeom>
              <a:avLst/>
              <a:gdLst/>
              <a:ahLst/>
              <a:cxnLst/>
              <a:rect l="l" t="t" r="r" b="b"/>
              <a:pathLst>
                <a:path w="5436" h="2784" extrusionOk="0">
                  <a:moveTo>
                    <a:pt x="3553" y="0"/>
                  </a:moveTo>
                  <a:cubicBezTo>
                    <a:pt x="2837" y="0"/>
                    <a:pt x="1999" y="211"/>
                    <a:pt x="1332" y="579"/>
                  </a:cubicBezTo>
                  <a:cubicBezTo>
                    <a:pt x="260" y="1244"/>
                    <a:pt x="1" y="2057"/>
                    <a:pt x="777" y="2538"/>
                  </a:cubicBezTo>
                  <a:cubicBezTo>
                    <a:pt x="1057" y="2706"/>
                    <a:pt x="1448" y="2784"/>
                    <a:pt x="1883" y="2784"/>
                  </a:cubicBezTo>
                  <a:cubicBezTo>
                    <a:pt x="2600" y="2784"/>
                    <a:pt x="3438" y="2573"/>
                    <a:pt x="4105" y="2205"/>
                  </a:cubicBezTo>
                  <a:cubicBezTo>
                    <a:pt x="5177" y="1540"/>
                    <a:pt x="5436" y="726"/>
                    <a:pt x="4659" y="246"/>
                  </a:cubicBezTo>
                  <a:cubicBezTo>
                    <a:pt x="4380" y="78"/>
                    <a:pt x="3989" y="0"/>
                    <a:pt x="3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1" name="Google Shape;1561;p51"/>
            <p:cNvGrpSpPr/>
            <p:nvPr/>
          </p:nvGrpSpPr>
          <p:grpSpPr>
            <a:xfrm>
              <a:off x="157540" y="1275314"/>
              <a:ext cx="705620" cy="425371"/>
              <a:chOff x="3023425" y="3316875"/>
              <a:chExt cx="135900" cy="81925"/>
            </a:xfrm>
          </p:grpSpPr>
          <p:sp>
            <p:nvSpPr>
              <p:cNvPr id="1562" name="Google Shape;1562;p51"/>
              <p:cNvSpPr/>
              <p:nvPr/>
            </p:nvSpPr>
            <p:spPr>
              <a:xfrm>
                <a:off x="3023425" y="3329200"/>
                <a:ext cx="135900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84" extrusionOk="0">
                    <a:moveTo>
                      <a:pt x="3553" y="0"/>
                    </a:moveTo>
                    <a:cubicBezTo>
                      <a:pt x="2837" y="0"/>
                      <a:pt x="1999" y="211"/>
                      <a:pt x="1332" y="579"/>
                    </a:cubicBezTo>
                    <a:cubicBezTo>
                      <a:pt x="260" y="1244"/>
                      <a:pt x="1" y="2057"/>
                      <a:pt x="777" y="2538"/>
                    </a:cubicBezTo>
                    <a:cubicBezTo>
                      <a:pt x="1057" y="2706"/>
                      <a:pt x="1448" y="2784"/>
                      <a:pt x="1883" y="2784"/>
                    </a:cubicBezTo>
                    <a:cubicBezTo>
                      <a:pt x="2600" y="2784"/>
                      <a:pt x="3438" y="2573"/>
                      <a:pt x="4105" y="2205"/>
                    </a:cubicBezTo>
                    <a:cubicBezTo>
                      <a:pt x="5177" y="1540"/>
                      <a:pt x="5436" y="726"/>
                      <a:pt x="4659" y="246"/>
                    </a:cubicBezTo>
                    <a:cubicBezTo>
                      <a:pt x="4380" y="78"/>
                      <a:pt x="3989" y="0"/>
                      <a:pt x="3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51"/>
              <p:cNvSpPr/>
              <p:nvPr/>
            </p:nvSpPr>
            <p:spPr>
              <a:xfrm>
                <a:off x="3023425" y="3316875"/>
                <a:ext cx="135900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2760" extrusionOk="0">
                    <a:moveTo>
                      <a:pt x="3497" y="0"/>
                    </a:moveTo>
                    <a:cubicBezTo>
                      <a:pt x="2793" y="0"/>
                      <a:pt x="1981" y="196"/>
                      <a:pt x="1332" y="554"/>
                    </a:cubicBezTo>
                    <a:cubicBezTo>
                      <a:pt x="260" y="1219"/>
                      <a:pt x="1" y="2033"/>
                      <a:pt x="777" y="2513"/>
                    </a:cubicBezTo>
                    <a:cubicBezTo>
                      <a:pt x="1057" y="2681"/>
                      <a:pt x="1448" y="2759"/>
                      <a:pt x="1883" y="2759"/>
                    </a:cubicBezTo>
                    <a:cubicBezTo>
                      <a:pt x="2600" y="2759"/>
                      <a:pt x="3438" y="2549"/>
                      <a:pt x="4105" y="2181"/>
                    </a:cubicBezTo>
                    <a:cubicBezTo>
                      <a:pt x="5177" y="1552"/>
                      <a:pt x="5436" y="702"/>
                      <a:pt x="4659" y="258"/>
                    </a:cubicBezTo>
                    <a:cubicBezTo>
                      <a:pt x="4368" y="83"/>
                      <a:pt x="3955" y="0"/>
                      <a:pt x="34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51"/>
              <p:cNvSpPr/>
              <p:nvPr/>
            </p:nvSpPr>
            <p:spPr>
              <a:xfrm>
                <a:off x="3064100" y="3320525"/>
                <a:ext cx="6657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232" extrusionOk="0">
                    <a:moveTo>
                      <a:pt x="1513" y="0"/>
                    </a:moveTo>
                    <a:cubicBezTo>
                      <a:pt x="1243" y="0"/>
                      <a:pt x="957" y="47"/>
                      <a:pt x="703" y="149"/>
                    </a:cubicBezTo>
                    <a:cubicBezTo>
                      <a:pt x="149" y="371"/>
                      <a:pt x="1" y="741"/>
                      <a:pt x="333" y="1000"/>
                    </a:cubicBezTo>
                    <a:cubicBezTo>
                      <a:pt x="512" y="1158"/>
                      <a:pt x="807" y="1232"/>
                      <a:pt x="1128" y="1232"/>
                    </a:cubicBezTo>
                    <a:cubicBezTo>
                      <a:pt x="1406" y="1232"/>
                      <a:pt x="1703" y="1176"/>
                      <a:pt x="1960" y="1073"/>
                    </a:cubicBezTo>
                    <a:cubicBezTo>
                      <a:pt x="2515" y="815"/>
                      <a:pt x="2663" y="482"/>
                      <a:pt x="2330" y="186"/>
                    </a:cubicBezTo>
                    <a:cubicBezTo>
                      <a:pt x="2130" y="66"/>
                      <a:pt x="1832" y="0"/>
                      <a:pt x="15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51"/>
              <p:cNvSpPr/>
              <p:nvPr/>
            </p:nvSpPr>
            <p:spPr>
              <a:xfrm>
                <a:off x="3060400" y="3326100"/>
                <a:ext cx="62875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43" extrusionOk="0">
                    <a:moveTo>
                      <a:pt x="297" y="0"/>
                    </a:moveTo>
                    <a:lnTo>
                      <a:pt x="1" y="148"/>
                    </a:lnTo>
                    <a:cubicBezTo>
                      <a:pt x="1" y="148"/>
                      <a:pt x="407" y="296"/>
                      <a:pt x="1036" y="666"/>
                    </a:cubicBezTo>
                    <a:cubicBezTo>
                      <a:pt x="1701" y="1035"/>
                      <a:pt x="2219" y="1442"/>
                      <a:pt x="2219" y="1442"/>
                    </a:cubicBezTo>
                    <a:lnTo>
                      <a:pt x="2515" y="1257"/>
                    </a:lnTo>
                    <a:cubicBezTo>
                      <a:pt x="2515" y="1257"/>
                      <a:pt x="1923" y="814"/>
                      <a:pt x="1332" y="481"/>
                    </a:cubicBezTo>
                    <a:cubicBezTo>
                      <a:pt x="777" y="148"/>
                      <a:pt x="297" y="0"/>
                      <a:pt x="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6" name="Google Shape;1566;p51"/>
          <p:cNvGrpSpPr/>
          <p:nvPr/>
        </p:nvGrpSpPr>
        <p:grpSpPr>
          <a:xfrm>
            <a:off x="3916631" y="92682"/>
            <a:ext cx="269399" cy="256048"/>
            <a:chOff x="1406075" y="3845750"/>
            <a:chExt cx="415675" cy="395075"/>
          </a:xfrm>
        </p:grpSpPr>
        <p:sp>
          <p:nvSpPr>
            <p:cNvPr id="1567" name="Google Shape;1567;p51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1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1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2"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52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52"/>
          <p:cNvSpPr txBox="1">
            <a:spLocks noGrp="1"/>
          </p:cNvSpPr>
          <p:nvPr>
            <p:ph type="title"/>
          </p:nvPr>
        </p:nvSpPr>
        <p:spPr>
          <a:xfrm>
            <a:off x="715100" y="1354375"/>
            <a:ext cx="27855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73" name="Google Shape;1573;p52"/>
          <p:cNvSpPr txBox="1">
            <a:spLocks noGrp="1"/>
          </p:cNvSpPr>
          <p:nvPr>
            <p:ph type="subTitle" idx="1"/>
          </p:nvPr>
        </p:nvSpPr>
        <p:spPr>
          <a:xfrm>
            <a:off x="715100" y="2986350"/>
            <a:ext cx="3305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74" name="Google Shape;1574;p52"/>
          <p:cNvGrpSpPr/>
          <p:nvPr/>
        </p:nvGrpSpPr>
        <p:grpSpPr>
          <a:xfrm>
            <a:off x="64081" y="663032"/>
            <a:ext cx="269399" cy="256048"/>
            <a:chOff x="1406075" y="3845750"/>
            <a:chExt cx="415675" cy="395075"/>
          </a:xfrm>
        </p:grpSpPr>
        <p:sp>
          <p:nvSpPr>
            <p:cNvPr id="1575" name="Google Shape;1575;p5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8" name="Google Shape;1578;p52"/>
          <p:cNvGrpSpPr/>
          <p:nvPr/>
        </p:nvGrpSpPr>
        <p:grpSpPr>
          <a:xfrm>
            <a:off x="8550781" y="812132"/>
            <a:ext cx="269399" cy="256048"/>
            <a:chOff x="1406075" y="3845750"/>
            <a:chExt cx="415675" cy="395075"/>
          </a:xfrm>
        </p:grpSpPr>
        <p:sp>
          <p:nvSpPr>
            <p:cNvPr id="1579" name="Google Shape;1579;p5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2" name="Google Shape;1582;p52"/>
          <p:cNvGrpSpPr/>
          <p:nvPr/>
        </p:nvGrpSpPr>
        <p:grpSpPr>
          <a:xfrm>
            <a:off x="333481" y="4480482"/>
            <a:ext cx="269399" cy="256048"/>
            <a:chOff x="1406075" y="3845750"/>
            <a:chExt cx="415675" cy="395075"/>
          </a:xfrm>
        </p:grpSpPr>
        <p:sp>
          <p:nvSpPr>
            <p:cNvPr id="1583" name="Google Shape;1583;p5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6" name="Google Shape;1586;p52"/>
          <p:cNvGrpSpPr/>
          <p:nvPr/>
        </p:nvGrpSpPr>
        <p:grpSpPr>
          <a:xfrm>
            <a:off x="5689581" y="4736532"/>
            <a:ext cx="269399" cy="256048"/>
            <a:chOff x="1406075" y="3845750"/>
            <a:chExt cx="415675" cy="395075"/>
          </a:xfrm>
        </p:grpSpPr>
        <p:sp>
          <p:nvSpPr>
            <p:cNvPr id="1587" name="Google Shape;1587;p5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0" name="Google Shape;1590;p52"/>
          <p:cNvGrpSpPr/>
          <p:nvPr/>
        </p:nvGrpSpPr>
        <p:grpSpPr>
          <a:xfrm>
            <a:off x="5893206" y="406982"/>
            <a:ext cx="269399" cy="256048"/>
            <a:chOff x="1406075" y="3845750"/>
            <a:chExt cx="415675" cy="395075"/>
          </a:xfrm>
        </p:grpSpPr>
        <p:sp>
          <p:nvSpPr>
            <p:cNvPr id="1591" name="Google Shape;1591;p5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4" name="Google Shape;1594;p52"/>
          <p:cNvGrpSpPr/>
          <p:nvPr/>
        </p:nvGrpSpPr>
        <p:grpSpPr>
          <a:xfrm>
            <a:off x="533256" y="23307"/>
            <a:ext cx="269399" cy="256048"/>
            <a:chOff x="1406075" y="3845750"/>
            <a:chExt cx="415675" cy="395075"/>
          </a:xfrm>
        </p:grpSpPr>
        <p:sp>
          <p:nvSpPr>
            <p:cNvPr id="1595" name="Google Shape;1595;p5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8" name="Google Shape;1598;p52"/>
          <p:cNvGrpSpPr/>
          <p:nvPr/>
        </p:nvGrpSpPr>
        <p:grpSpPr>
          <a:xfrm>
            <a:off x="8037206" y="3956682"/>
            <a:ext cx="269399" cy="256048"/>
            <a:chOff x="1406075" y="3845750"/>
            <a:chExt cx="415675" cy="395075"/>
          </a:xfrm>
        </p:grpSpPr>
        <p:sp>
          <p:nvSpPr>
            <p:cNvPr id="1599" name="Google Shape;1599;p52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2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2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53"/>
          <p:cNvSpPr txBox="1">
            <a:spLocks noGrp="1"/>
          </p:cNvSpPr>
          <p:nvPr>
            <p:ph type="title"/>
          </p:nvPr>
        </p:nvSpPr>
        <p:spPr>
          <a:xfrm>
            <a:off x="1737350" y="3544750"/>
            <a:ext cx="6691200" cy="53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04" name="Google Shape;1604;p53"/>
          <p:cNvSpPr txBox="1">
            <a:spLocks noGrp="1"/>
          </p:cNvSpPr>
          <p:nvPr>
            <p:ph type="subTitle" idx="1"/>
          </p:nvPr>
        </p:nvSpPr>
        <p:spPr>
          <a:xfrm>
            <a:off x="1737700" y="195576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05" name="Google Shape;1605;p53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06" name="Google Shape;1606;p53"/>
          <p:cNvGrpSpPr/>
          <p:nvPr/>
        </p:nvGrpSpPr>
        <p:grpSpPr>
          <a:xfrm>
            <a:off x="350781" y="601182"/>
            <a:ext cx="269399" cy="256048"/>
            <a:chOff x="1406075" y="3845750"/>
            <a:chExt cx="415675" cy="395075"/>
          </a:xfrm>
        </p:grpSpPr>
        <p:sp>
          <p:nvSpPr>
            <p:cNvPr id="1607" name="Google Shape;1607;p5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0" name="Google Shape;1610;p53"/>
          <p:cNvGrpSpPr/>
          <p:nvPr/>
        </p:nvGrpSpPr>
        <p:grpSpPr>
          <a:xfrm>
            <a:off x="1199906" y="4667582"/>
            <a:ext cx="269399" cy="256048"/>
            <a:chOff x="1406075" y="3845750"/>
            <a:chExt cx="415675" cy="395075"/>
          </a:xfrm>
        </p:grpSpPr>
        <p:sp>
          <p:nvSpPr>
            <p:cNvPr id="1611" name="Google Shape;1611;p5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4" name="Google Shape;1614;p53"/>
          <p:cNvGrpSpPr/>
          <p:nvPr/>
        </p:nvGrpSpPr>
        <p:grpSpPr>
          <a:xfrm>
            <a:off x="8596231" y="1203132"/>
            <a:ext cx="269399" cy="256048"/>
            <a:chOff x="1406075" y="3845750"/>
            <a:chExt cx="415675" cy="395075"/>
          </a:xfrm>
        </p:grpSpPr>
        <p:sp>
          <p:nvSpPr>
            <p:cNvPr id="1615" name="Google Shape;1615;p5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8" name="Google Shape;1618;p53"/>
          <p:cNvGrpSpPr/>
          <p:nvPr/>
        </p:nvGrpSpPr>
        <p:grpSpPr>
          <a:xfrm>
            <a:off x="8294206" y="4817382"/>
            <a:ext cx="269399" cy="256048"/>
            <a:chOff x="1406075" y="3845750"/>
            <a:chExt cx="415675" cy="395075"/>
          </a:xfrm>
        </p:grpSpPr>
        <p:sp>
          <p:nvSpPr>
            <p:cNvPr id="1619" name="Google Shape;1619;p5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2" name="Google Shape;1622;p53"/>
          <p:cNvGrpSpPr/>
          <p:nvPr/>
        </p:nvGrpSpPr>
        <p:grpSpPr>
          <a:xfrm>
            <a:off x="81381" y="3434182"/>
            <a:ext cx="269399" cy="256048"/>
            <a:chOff x="1406075" y="3845750"/>
            <a:chExt cx="415675" cy="395075"/>
          </a:xfrm>
        </p:grpSpPr>
        <p:sp>
          <p:nvSpPr>
            <p:cNvPr id="1623" name="Google Shape;1623;p5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" name="Google Shape;1626;p53"/>
          <p:cNvGrpSpPr/>
          <p:nvPr/>
        </p:nvGrpSpPr>
        <p:grpSpPr>
          <a:xfrm>
            <a:off x="7744531" y="95282"/>
            <a:ext cx="269399" cy="256048"/>
            <a:chOff x="1406075" y="3845750"/>
            <a:chExt cx="415675" cy="395075"/>
          </a:xfrm>
        </p:grpSpPr>
        <p:sp>
          <p:nvSpPr>
            <p:cNvPr id="1627" name="Google Shape;1627;p5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54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p54"/>
          <p:cNvSpPr txBox="1">
            <a:spLocks noGrp="1"/>
          </p:cNvSpPr>
          <p:nvPr>
            <p:ph type="title"/>
          </p:nvPr>
        </p:nvSpPr>
        <p:spPr>
          <a:xfrm>
            <a:off x="3731975" y="535000"/>
            <a:ext cx="4448100" cy="12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33" name="Google Shape;1633;p54"/>
          <p:cNvSpPr txBox="1">
            <a:spLocks noGrp="1"/>
          </p:cNvSpPr>
          <p:nvPr>
            <p:ph type="subTitle" idx="1"/>
          </p:nvPr>
        </p:nvSpPr>
        <p:spPr>
          <a:xfrm>
            <a:off x="3731925" y="18718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4" name="Google Shape;1634;p54"/>
          <p:cNvSpPr txBox="1"/>
          <p:nvPr/>
        </p:nvSpPr>
        <p:spPr>
          <a:xfrm>
            <a:off x="3483100" y="3573566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CREDITS: This presentation template was created by 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and includes icons by 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and infographics &amp; images by 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endParaRPr sz="1200" u="sng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grpSp>
        <p:nvGrpSpPr>
          <p:cNvPr id="1635" name="Google Shape;1635;p54"/>
          <p:cNvGrpSpPr/>
          <p:nvPr/>
        </p:nvGrpSpPr>
        <p:grpSpPr>
          <a:xfrm>
            <a:off x="149068" y="4608507"/>
            <a:ext cx="269399" cy="256048"/>
            <a:chOff x="1406075" y="3845750"/>
            <a:chExt cx="415675" cy="395075"/>
          </a:xfrm>
        </p:grpSpPr>
        <p:sp>
          <p:nvSpPr>
            <p:cNvPr id="1636" name="Google Shape;1636;p5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9" name="Google Shape;1639;p54"/>
          <p:cNvGrpSpPr/>
          <p:nvPr/>
        </p:nvGrpSpPr>
        <p:grpSpPr>
          <a:xfrm>
            <a:off x="743168" y="4034657"/>
            <a:ext cx="269399" cy="256048"/>
            <a:chOff x="1406075" y="3845750"/>
            <a:chExt cx="415675" cy="395075"/>
          </a:xfrm>
        </p:grpSpPr>
        <p:sp>
          <p:nvSpPr>
            <p:cNvPr id="1640" name="Google Shape;1640;p5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3" name="Google Shape;1643;p54"/>
          <p:cNvGrpSpPr/>
          <p:nvPr/>
        </p:nvGrpSpPr>
        <p:grpSpPr>
          <a:xfrm>
            <a:off x="336518" y="335257"/>
            <a:ext cx="269399" cy="256048"/>
            <a:chOff x="1406075" y="3845750"/>
            <a:chExt cx="415675" cy="395075"/>
          </a:xfrm>
        </p:grpSpPr>
        <p:sp>
          <p:nvSpPr>
            <p:cNvPr id="1644" name="Google Shape;1644;p5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7" name="Google Shape;1647;p54"/>
          <p:cNvGrpSpPr/>
          <p:nvPr/>
        </p:nvGrpSpPr>
        <p:grpSpPr>
          <a:xfrm>
            <a:off x="8469818" y="3869807"/>
            <a:ext cx="269399" cy="256048"/>
            <a:chOff x="1406075" y="3845750"/>
            <a:chExt cx="415675" cy="395075"/>
          </a:xfrm>
        </p:grpSpPr>
        <p:sp>
          <p:nvSpPr>
            <p:cNvPr id="1648" name="Google Shape;1648;p5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1" name="Google Shape;1651;p54"/>
          <p:cNvGrpSpPr/>
          <p:nvPr/>
        </p:nvGrpSpPr>
        <p:grpSpPr>
          <a:xfrm>
            <a:off x="8581368" y="406982"/>
            <a:ext cx="269399" cy="256048"/>
            <a:chOff x="1406075" y="3845750"/>
            <a:chExt cx="415675" cy="395075"/>
          </a:xfrm>
        </p:grpSpPr>
        <p:sp>
          <p:nvSpPr>
            <p:cNvPr id="1652" name="Google Shape;1652;p5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5" name="Google Shape;1655;p54"/>
          <p:cNvGrpSpPr/>
          <p:nvPr/>
        </p:nvGrpSpPr>
        <p:grpSpPr>
          <a:xfrm>
            <a:off x="8739218" y="4811782"/>
            <a:ext cx="269399" cy="256048"/>
            <a:chOff x="1406075" y="3845750"/>
            <a:chExt cx="415675" cy="395075"/>
          </a:xfrm>
        </p:grpSpPr>
        <p:sp>
          <p:nvSpPr>
            <p:cNvPr id="1656" name="Google Shape;1656;p5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9" name="Google Shape;1659;p54"/>
          <p:cNvGrpSpPr/>
          <p:nvPr/>
        </p:nvGrpSpPr>
        <p:grpSpPr>
          <a:xfrm>
            <a:off x="6526593" y="4518557"/>
            <a:ext cx="269399" cy="256048"/>
            <a:chOff x="1406075" y="3845750"/>
            <a:chExt cx="415675" cy="395075"/>
          </a:xfrm>
        </p:grpSpPr>
        <p:sp>
          <p:nvSpPr>
            <p:cNvPr id="1660" name="Google Shape;1660;p5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3" name="Google Shape;1663;p54"/>
          <p:cNvGrpSpPr/>
          <p:nvPr/>
        </p:nvGrpSpPr>
        <p:grpSpPr>
          <a:xfrm>
            <a:off x="5415993" y="37382"/>
            <a:ext cx="269399" cy="256048"/>
            <a:chOff x="1406075" y="3845750"/>
            <a:chExt cx="415675" cy="395075"/>
          </a:xfrm>
        </p:grpSpPr>
        <p:sp>
          <p:nvSpPr>
            <p:cNvPr id="1664" name="Google Shape;1664;p5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67" name="Google Shape;1667;p54"/>
          <p:cNvPicPr preferRelativeResize="0"/>
          <p:nvPr/>
        </p:nvPicPr>
        <p:blipFill rotWithShape="1">
          <a:blip r:embed="rId5">
            <a:alphaModFix/>
          </a:blip>
          <a:srcRect t="61366" r="61532"/>
          <a:stretch/>
        </p:blipFill>
        <p:spPr>
          <a:xfrm>
            <a:off x="8192825" y="1099743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8" name="Google Shape;1668;p54"/>
          <p:cNvPicPr preferRelativeResize="0"/>
          <p:nvPr/>
        </p:nvPicPr>
        <p:blipFill rotWithShape="1">
          <a:blip r:embed="rId5">
            <a:alphaModFix/>
          </a:blip>
          <a:srcRect t="61366" r="61532"/>
          <a:stretch/>
        </p:blipFill>
        <p:spPr>
          <a:xfrm>
            <a:off x="7877863" y="74045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4463" y="3940768"/>
            <a:ext cx="1227400" cy="10488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0" name="Google Shape;1670;p54"/>
          <p:cNvGrpSpPr/>
          <p:nvPr/>
        </p:nvGrpSpPr>
        <p:grpSpPr>
          <a:xfrm>
            <a:off x="3237843" y="4774607"/>
            <a:ext cx="269399" cy="256048"/>
            <a:chOff x="1406075" y="3845750"/>
            <a:chExt cx="415675" cy="395075"/>
          </a:xfrm>
        </p:grpSpPr>
        <p:sp>
          <p:nvSpPr>
            <p:cNvPr id="1671" name="Google Shape;1671;p54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4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4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55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6" name="Google Shape;1676;p55"/>
          <p:cNvGrpSpPr/>
          <p:nvPr/>
        </p:nvGrpSpPr>
        <p:grpSpPr>
          <a:xfrm>
            <a:off x="282743" y="278957"/>
            <a:ext cx="269399" cy="256048"/>
            <a:chOff x="1406075" y="3845750"/>
            <a:chExt cx="415675" cy="395075"/>
          </a:xfrm>
        </p:grpSpPr>
        <p:sp>
          <p:nvSpPr>
            <p:cNvPr id="1677" name="Google Shape;1677;p5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0" name="Google Shape;1680;p55"/>
          <p:cNvGrpSpPr/>
          <p:nvPr/>
        </p:nvGrpSpPr>
        <p:grpSpPr>
          <a:xfrm>
            <a:off x="75143" y="4705632"/>
            <a:ext cx="269399" cy="256048"/>
            <a:chOff x="1406075" y="3845750"/>
            <a:chExt cx="415675" cy="395075"/>
          </a:xfrm>
        </p:grpSpPr>
        <p:sp>
          <p:nvSpPr>
            <p:cNvPr id="1681" name="Google Shape;1681;p5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4" name="Google Shape;1684;p55"/>
          <p:cNvGrpSpPr/>
          <p:nvPr/>
        </p:nvGrpSpPr>
        <p:grpSpPr>
          <a:xfrm>
            <a:off x="8507543" y="994032"/>
            <a:ext cx="269399" cy="256048"/>
            <a:chOff x="1406075" y="3845750"/>
            <a:chExt cx="415675" cy="395075"/>
          </a:xfrm>
        </p:grpSpPr>
        <p:sp>
          <p:nvSpPr>
            <p:cNvPr id="1685" name="Google Shape;1685;p5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5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8" name="Google Shape;1688;p55"/>
          <p:cNvGrpSpPr/>
          <p:nvPr/>
        </p:nvGrpSpPr>
        <p:grpSpPr>
          <a:xfrm>
            <a:off x="8776943" y="4242432"/>
            <a:ext cx="269399" cy="256048"/>
            <a:chOff x="1406075" y="3845750"/>
            <a:chExt cx="415675" cy="395075"/>
          </a:xfrm>
        </p:grpSpPr>
        <p:sp>
          <p:nvSpPr>
            <p:cNvPr id="1689" name="Google Shape;1689;p5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2" name="Google Shape;1692;p55"/>
          <p:cNvGrpSpPr/>
          <p:nvPr/>
        </p:nvGrpSpPr>
        <p:grpSpPr>
          <a:xfrm>
            <a:off x="7564343" y="4790832"/>
            <a:ext cx="269399" cy="256048"/>
            <a:chOff x="1406075" y="3845750"/>
            <a:chExt cx="415675" cy="395075"/>
          </a:xfrm>
        </p:grpSpPr>
        <p:sp>
          <p:nvSpPr>
            <p:cNvPr id="1693" name="Google Shape;1693;p5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6" name="Google Shape;1696;p55"/>
          <p:cNvGrpSpPr/>
          <p:nvPr/>
        </p:nvGrpSpPr>
        <p:grpSpPr>
          <a:xfrm>
            <a:off x="445693" y="1835232"/>
            <a:ext cx="269399" cy="256048"/>
            <a:chOff x="1406075" y="3845750"/>
            <a:chExt cx="415675" cy="395075"/>
          </a:xfrm>
        </p:grpSpPr>
        <p:sp>
          <p:nvSpPr>
            <p:cNvPr id="1697" name="Google Shape;1697;p5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0" name="Google Shape;1700;p55"/>
          <p:cNvGrpSpPr/>
          <p:nvPr/>
        </p:nvGrpSpPr>
        <p:grpSpPr>
          <a:xfrm>
            <a:off x="6369143" y="22907"/>
            <a:ext cx="269399" cy="256048"/>
            <a:chOff x="1406075" y="3845750"/>
            <a:chExt cx="415675" cy="395075"/>
          </a:xfrm>
        </p:grpSpPr>
        <p:sp>
          <p:nvSpPr>
            <p:cNvPr id="1701" name="Google Shape;1701;p55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5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5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56"/>
          <p:cNvSpPr/>
          <p:nvPr/>
        </p:nvSpPr>
        <p:spPr>
          <a:xfrm>
            <a:off x="-810762" y="-1625775"/>
            <a:ext cx="10765527" cy="7985490"/>
          </a:xfrm>
          <a:custGeom>
            <a:avLst/>
            <a:gdLst/>
            <a:ahLst/>
            <a:cxnLst/>
            <a:rect l="l" t="t" r="r" b="b"/>
            <a:pathLst>
              <a:path w="198571" h="147293" extrusionOk="0">
                <a:moveTo>
                  <a:pt x="198533" y="60559"/>
                </a:moveTo>
                <a:lnTo>
                  <a:pt x="190732" y="56011"/>
                </a:lnTo>
                <a:lnTo>
                  <a:pt x="197646" y="51982"/>
                </a:lnTo>
                <a:cubicBezTo>
                  <a:pt x="197572" y="51797"/>
                  <a:pt x="197535" y="51612"/>
                  <a:pt x="197424" y="51501"/>
                </a:cubicBezTo>
                <a:lnTo>
                  <a:pt x="190141" y="55679"/>
                </a:lnTo>
                <a:lnTo>
                  <a:pt x="183375" y="51797"/>
                </a:lnTo>
                <a:lnTo>
                  <a:pt x="191324" y="47175"/>
                </a:lnTo>
                <a:lnTo>
                  <a:pt x="197017" y="50466"/>
                </a:lnTo>
                <a:cubicBezTo>
                  <a:pt x="196906" y="50207"/>
                  <a:pt x="196832" y="49911"/>
                  <a:pt x="196721" y="49689"/>
                </a:cubicBezTo>
                <a:lnTo>
                  <a:pt x="191878" y="46880"/>
                </a:lnTo>
                <a:lnTo>
                  <a:pt x="194060" y="45623"/>
                </a:lnTo>
                <a:cubicBezTo>
                  <a:pt x="193801" y="45586"/>
                  <a:pt x="193579" y="45475"/>
                  <a:pt x="193357" y="45401"/>
                </a:cubicBezTo>
                <a:lnTo>
                  <a:pt x="191324" y="46584"/>
                </a:lnTo>
                <a:lnTo>
                  <a:pt x="183338" y="41962"/>
                </a:lnTo>
                <a:lnTo>
                  <a:pt x="187405" y="39596"/>
                </a:lnTo>
                <a:lnTo>
                  <a:pt x="186998" y="39190"/>
                </a:lnTo>
                <a:lnTo>
                  <a:pt x="182747" y="41630"/>
                </a:lnTo>
                <a:lnTo>
                  <a:pt x="175981" y="37748"/>
                </a:lnTo>
                <a:lnTo>
                  <a:pt x="182266" y="34125"/>
                </a:lnTo>
                <a:cubicBezTo>
                  <a:pt x="182118" y="33977"/>
                  <a:pt x="182044" y="33829"/>
                  <a:pt x="181896" y="33644"/>
                </a:cubicBezTo>
                <a:lnTo>
                  <a:pt x="175389" y="37378"/>
                </a:lnTo>
                <a:lnTo>
                  <a:pt x="167367" y="32757"/>
                </a:lnTo>
                <a:lnTo>
                  <a:pt x="174132" y="28838"/>
                </a:lnTo>
                <a:lnTo>
                  <a:pt x="181453" y="33053"/>
                </a:lnTo>
                <a:cubicBezTo>
                  <a:pt x="181120" y="32683"/>
                  <a:pt x="180824" y="32276"/>
                  <a:pt x="180528" y="31906"/>
                </a:cubicBezTo>
                <a:lnTo>
                  <a:pt x="174687" y="28505"/>
                </a:lnTo>
                <a:lnTo>
                  <a:pt x="176203" y="27618"/>
                </a:lnTo>
                <a:lnTo>
                  <a:pt x="176166" y="27581"/>
                </a:lnTo>
                <a:cubicBezTo>
                  <a:pt x="176055" y="27470"/>
                  <a:pt x="175981" y="27359"/>
                  <a:pt x="175833" y="27211"/>
                </a:cubicBezTo>
                <a:lnTo>
                  <a:pt x="174132" y="28209"/>
                </a:lnTo>
                <a:lnTo>
                  <a:pt x="167367" y="24290"/>
                </a:lnTo>
                <a:lnTo>
                  <a:pt x="169289" y="23181"/>
                </a:lnTo>
                <a:lnTo>
                  <a:pt x="169215" y="23181"/>
                </a:lnTo>
                <a:lnTo>
                  <a:pt x="168661" y="22923"/>
                </a:lnTo>
                <a:lnTo>
                  <a:pt x="166812" y="23995"/>
                </a:lnTo>
                <a:lnTo>
                  <a:pt x="158790" y="19373"/>
                </a:lnTo>
                <a:lnTo>
                  <a:pt x="159751" y="18819"/>
                </a:lnTo>
                <a:cubicBezTo>
                  <a:pt x="159566" y="18708"/>
                  <a:pt x="159381" y="18560"/>
                  <a:pt x="159196" y="18486"/>
                </a:cubicBezTo>
                <a:lnTo>
                  <a:pt x="158235" y="19041"/>
                </a:lnTo>
                <a:lnTo>
                  <a:pt x="151691" y="15122"/>
                </a:lnTo>
                <a:lnTo>
                  <a:pt x="152874" y="14419"/>
                </a:lnTo>
                <a:cubicBezTo>
                  <a:pt x="152689" y="14345"/>
                  <a:pt x="152505" y="14197"/>
                  <a:pt x="152357" y="14087"/>
                </a:cubicBezTo>
                <a:lnTo>
                  <a:pt x="151174" y="14789"/>
                </a:lnTo>
                <a:lnTo>
                  <a:pt x="143114" y="10168"/>
                </a:lnTo>
                <a:lnTo>
                  <a:pt x="144149" y="9576"/>
                </a:lnTo>
                <a:cubicBezTo>
                  <a:pt x="143964" y="9465"/>
                  <a:pt x="143779" y="9354"/>
                  <a:pt x="143595" y="9243"/>
                </a:cubicBezTo>
                <a:lnTo>
                  <a:pt x="142559" y="9835"/>
                </a:lnTo>
                <a:lnTo>
                  <a:pt x="135831" y="5953"/>
                </a:lnTo>
                <a:lnTo>
                  <a:pt x="136385" y="5620"/>
                </a:lnTo>
                <a:cubicBezTo>
                  <a:pt x="136090" y="5583"/>
                  <a:pt x="135757" y="5546"/>
                  <a:pt x="135498" y="5509"/>
                </a:cubicBezTo>
                <a:lnTo>
                  <a:pt x="135276" y="5620"/>
                </a:lnTo>
                <a:lnTo>
                  <a:pt x="134796" y="5361"/>
                </a:lnTo>
                <a:cubicBezTo>
                  <a:pt x="134611" y="5324"/>
                  <a:pt x="134426" y="5324"/>
                  <a:pt x="134241" y="5251"/>
                </a:cubicBezTo>
                <a:cubicBezTo>
                  <a:pt x="133871" y="5214"/>
                  <a:pt x="133502" y="5140"/>
                  <a:pt x="133206" y="5066"/>
                </a:cubicBezTo>
                <a:lnTo>
                  <a:pt x="134722" y="5953"/>
                </a:lnTo>
                <a:lnTo>
                  <a:pt x="127956" y="9835"/>
                </a:lnTo>
                <a:lnTo>
                  <a:pt x="119970" y="5214"/>
                </a:lnTo>
                <a:lnTo>
                  <a:pt x="123335" y="3291"/>
                </a:lnTo>
                <a:cubicBezTo>
                  <a:pt x="123076" y="3217"/>
                  <a:pt x="122780" y="3180"/>
                  <a:pt x="122484" y="3143"/>
                </a:cubicBezTo>
                <a:lnTo>
                  <a:pt x="119416" y="4881"/>
                </a:lnTo>
                <a:lnTo>
                  <a:pt x="113833" y="1664"/>
                </a:lnTo>
                <a:cubicBezTo>
                  <a:pt x="113316" y="1553"/>
                  <a:pt x="112798" y="1516"/>
                  <a:pt x="112280" y="1443"/>
                </a:cubicBezTo>
                <a:lnTo>
                  <a:pt x="118861" y="5214"/>
                </a:lnTo>
                <a:lnTo>
                  <a:pt x="110875" y="9835"/>
                </a:lnTo>
                <a:lnTo>
                  <a:pt x="104110" y="5953"/>
                </a:lnTo>
                <a:lnTo>
                  <a:pt x="112022" y="1369"/>
                </a:lnTo>
                <a:cubicBezTo>
                  <a:pt x="111689" y="1332"/>
                  <a:pt x="111430" y="1295"/>
                  <a:pt x="111097" y="1258"/>
                </a:cubicBezTo>
                <a:lnTo>
                  <a:pt x="103555" y="5583"/>
                </a:lnTo>
                <a:lnTo>
                  <a:pt x="95570" y="962"/>
                </a:lnTo>
                <a:lnTo>
                  <a:pt x="97122" y="38"/>
                </a:lnTo>
                <a:lnTo>
                  <a:pt x="96087" y="38"/>
                </a:lnTo>
                <a:lnTo>
                  <a:pt x="95015" y="629"/>
                </a:lnTo>
                <a:lnTo>
                  <a:pt x="93906" y="1"/>
                </a:lnTo>
                <a:lnTo>
                  <a:pt x="92797" y="1"/>
                </a:lnTo>
                <a:lnTo>
                  <a:pt x="94460" y="962"/>
                </a:lnTo>
                <a:lnTo>
                  <a:pt x="87695" y="4844"/>
                </a:lnTo>
                <a:lnTo>
                  <a:pt x="80966" y="962"/>
                </a:lnTo>
                <a:lnTo>
                  <a:pt x="81003" y="962"/>
                </a:lnTo>
                <a:cubicBezTo>
                  <a:pt x="80486" y="1073"/>
                  <a:pt x="80005" y="1147"/>
                  <a:pt x="79450" y="1184"/>
                </a:cubicBezTo>
                <a:lnTo>
                  <a:pt x="71724" y="5583"/>
                </a:lnTo>
                <a:lnTo>
                  <a:pt x="65845" y="2219"/>
                </a:lnTo>
                <a:lnTo>
                  <a:pt x="65291" y="2552"/>
                </a:lnTo>
                <a:lnTo>
                  <a:pt x="71169" y="5916"/>
                </a:lnTo>
                <a:lnTo>
                  <a:pt x="64440" y="9798"/>
                </a:lnTo>
                <a:lnTo>
                  <a:pt x="58636" y="6471"/>
                </a:lnTo>
                <a:lnTo>
                  <a:pt x="58081" y="6803"/>
                </a:lnTo>
                <a:lnTo>
                  <a:pt x="63886" y="10131"/>
                </a:lnTo>
                <a:lnTo>
                  <a:pt x="55826" y="14752"/>
                </a:lnTo>
                <a:lnTo>
                  <a:pt x="49911" y="11388"/>
                </a:lnTo>
                <a:lnTo>
                  <a:pt x="49356" y="11683"/>
                </a:lnTo>
                <a:lnTo>
                  <a:pt x="55272" y="15122"/>
                </a:lnTo>
                <a:lnTo>
                  <a:pt x="48543" y="19004"/>
                </a:lnTo>
                <a:lnTo>
                  <a:pt x="42701" y="15639"/>
                </a:lnTo>
                <a:lnTo>
                  <a:pt x="42147" y="15935"/>
                </a:lnTo>
                <a:lnTo>
                  <a:pt x="47988" y="19336"/>
                </a:lnTo>
                <a:lnTo>
                  <a:pt x="39929" y="23958"/>
                </a:lnTo>
                <a:lnTo>
                  <a:pt x="33976" y="20482"/>
                </a:lnTo>
                <a:lnTo>
                  <a:pt x="33422" y="20815"/>
                </a:lnTo>
                <a:lnTo>
                  <a:pt x="39374" y="24253"/>
                </a:lnTo>
                <a:lnTo>
                  <a:pt x="32645" y="28135"/>
                </a:lnTo>
                <a:lnTo>
                  <a:pt x="26804" y="24771"/>
                </a:lnTo>
                <a:lnTo>
                  <a:pt x="26250" y="25104"/>
                </a:lnTo>
                <a:lnTo>
                  <a:pt x="32165" y="28505"/>
                </a:lnTo>
                <a:lnTo>
                  <a:pt x="24142" y="33126"/>
                </a:lnTo>
                <a:lnTo>
                  <a:pt x="18079" y="29614"/>
                </a:lnTo>
                <a:lnTo>
                  <a:pt x="17524" y="29947"/>
                </a:lnTo>
                <a:lnTo>
                  <a:pt x="23588" y="33459"/>
                </a:lnTo>
                <a:lnTo>
                  <a:pt x="16822" y="37341"/>
                </a:lnTo>
                <a:lnTo>
                  <a:pt x="10870" y="33866"/>
                </a:lnTo>
                <a:lnTo>
                  <a:pt x="10315" y="34199"/>
                </a:lnTo>
                <a:lnTo>
                  <a:pt x="16267" y="37674"/>
                </a:lnTo>
                <a:lnTo>
                  <a:pt x="9465" y="41593"/>
                </a:lnTo>
                <a:cubicBezTo>
                  <a:pt x="9465" y="41815"/>
                  <a:pt x="9428" y="42036"/>
                  <a:pt x="9391" y="42295"/>
                </a:cubicBezTo>
                <a:lnTo>
                  <a:pt x="16822" y="37970"/>
                </a:lnTo>
                <a:lnTo>
                  <a:pt x="23625" y="41925"/>
                </a:lnTo>
                <a:lnTo>
                  <a:pt x="15602" y="46547"/>
                </a:lnTo>
                <a:lnTo>
                  <a:pt x="9243" y="42850"/>
                </a:lnTo>
                <a:cubicBezTo>
                  <a:pt x="9206" y="43035"/>
                  <a:pt x="9095" y="43146"/>
                  <a:pt x="9021" y="43330"/>
                </a:cubicBezTo>
                <a:lnTo>
                  <a:pt x="15084" y="46843"/>
                </a:lnTo>
                <a:lnTo>
                  <a:pt x="8319" y="50725"/>
                </a:lnTo>
                <a:lnTo>
                  <a:pt x="4289" y="48432"/>
                </a:lnTo>
                <a:cubicBezTo>
                  <a:pt x="4215" y="48580"/>
                  <a:pt x="4067" y="48765"/>
                  <a:pt x="3993" y="48876"/>
                </a:cubicBezTo>
                <a:lnTo>
                  <a:pt x="7764" y="51057"/>
                </a:lnTo>
                <a:lnTo>
                  <a:pt x="0" y="55531"/>
                </a:lnTo>
                <a:lnTo>
                  <a:pt x="0" y="56455"/>
                </a:lnTo>
                <a:lnTo>
                  <a:pt x="7727" y="60965"/>
                </a:lnTo>
                <a:lnTo>
                  <a:pt x="962" y="64847"/>
                </a:lnTo>
                <a:lnTo>
                  <a:pt x="0" y="64293"/>
                </a:lnTo>
                <a:lnTo>
                  <a:pt x="0" y="64921"/>
                </a:lnTo>
                <a:lnTo>
                  <a:pt x="407" y="65143"/>
                </a:lnTo>
                <a:lnTo>
                  <a:pt x="0" y="65402"/>
                </a:lnTo>
                <a:lnTo>
                  <a:pt x="0" y="66030"/>
                </a:lnTo>
                <a:lnTo>
                  <a:pt x="962" y="65476"/>
                </a:lnTo>
                <a:lnTo>
                  <a:pt x="7764" y="69395"/>
                </a:lnTo>
                <a:lnTo>
                  <a:pt x="0" y="73905"/>
                </a:lnTo>
                <a:lnTo>
                  <a:pt x="0" y="74829"/>
                </a:lnTo>
                <a:lnTo>
                  <a:pt x="7727" y="79303"/>
                </a:lnTo>
                <a:lnTo>
                  <a:pt x="962" y="83185"/>
                </a:lnTo>
                <a:lnTo>
                  <a:pt x="0" y="82630"/>
                </a:lnTo>
                <a:lnTo>
                  <a:pt x="0" y="83259"/>
                </a:lnTo>
                <a:lnTo>
                  <a:pt x="407" y="83518"/>
                </a:lnTo>
                <a:lnTo>
                  <a:pt x="0" y="83739"/>
                </a:lnTo>
                <a:lnTo>
                  <a:pt x="0" y="84368"/>
                </a:lnTo>
                <a:lnTo>
                  <a:pt x="962" y="83850"/>
                </a:lnTo>
                <a:lnTo>
                  <a:pt x="7764" y="87769"/>
                </a:lnTo>
                <a:lnTo>
                  <a:pt x="0" y="92243"/>
                </a:lnTo>
                <a:lnTo>
                  <a:pt x="0" y="93167"/>
                </a:lnTo>
                <a:lnTo>
                  <a:pt x="7727" y="97640"/>
                </a:lnTo>
                <a:lnTo>
                  <a:pt x="3402" y="100154"/>
                </a:lnTo>
                <a:cubicBezTo>
                  <a:pt x="3513" y="100228"/>
                  <a:pt x="3734" y="100524"/>
                  <a:pt x="3734" y="100524"/>
                </a:cubicBezTo>
                <a:lnTo>
                  <a:pt x="3845" y="100598"/>
                </a:lnTo>
                <a:lnTo>
                  <a:pt x="8319" y="98010"/>
                </a:lnTo>
                <a:lnTo>
                  <a:pt x="15121" y="101929"/>
                </a:lnTo>
                <a:lnTo>
                  <a:pt x="10019" y="104887"/>
                </a:lnTo>
                <a:cubicBezTo>
                  <a:pt x="10167" y="105034"/>
                  <a:pt x="10241" y="105182"/>
                  <a:pt x="10352" y="105367"/>
                </a:cubicBezTo>
                <a:lnTo>
                  <a:pt x="15676" y="102262"/>
                </a:lnTo>
                <a:lnTo>
                  <a:pt x="23625" y="106846"/>
                </a:lnTo>
                <a:lnTo>
                  <a:pt x="16859" y="110765"/>
                </a:lnTo>
                <a:lnTo>
                  <a:pt x="10944" y="107364"/>
                </a:lnTo>
                <a:lnTo>
                  <a:pt x="10944" y="107992"/>
                </a:lnTo>
                <a:lnTo>
                  <a:pt x="16304" y="111098"/>
                </a:lnTo>
                <a:lnTo>
                  <a:pt x="10611" y="114388"/>
                </a:lnTo>
                <a:lnTo>
                  <a:pt x="11165" y="114684"/>
                </a:lnTo>
                <a:lnTo>
                  <a:pt x="16859" y="111430"/>
                </a:lnTo>
                <a:lnTo>
                  <a:pt x="23662" y="115349"/>
                </a:lnTo>
                <a:lnTo>
                  <a:pt x="18005" y="118566"/>
                </a:lnTo>
                <a:lnTo>
                  <a:pt x="18560" y="118899"/>
                </a:lnTo>
                <a:lnTo>
                  <a:pt x="24216" y="115682"/>
                </a:lnTo>
                <a:lnTo>
                  <a:pt x="32165" y="120229"/>
                </a:lnTo>
                <a:lnTo>
                  <a:pt x="26508" y="123483"/>
                </a:lnTo>
                <a:lnTo>
                  <a:pt x="27063" y="123816"/>
                </a:lnTo>
                <a:lnTo>
                  <a:pt x="32719" y="120562"/>
                </a:lnTo>
                <a:lnTo>
                  <a:pt x="39522" y="124481"/>
                </a:lnTo>
                <a:lnTo>
                  <a:pt x="33976" y="127735"/>
                </a:lnTo>
                <a:lnTo>
                  <a:pt x="34531" y="128067"/>
                </a:lnTo>
                <a:lnTo>
                  <a:pt x="40077" y="124814"/>
                </a:lnTo>
                <a:lnTo>
                  <a:pt x="48025" y="129398"/>
                </a:lnTo>
                <a:lnTo>
                  <a:pt x="44328" y="131506"/>
                </a:lnTo>
                <a:cubicBezTo>
                  <a:pt x="44513" y="131616"/>
                  <a:pt x="44698" y="131764"/>
                  <a:pt x="44920" y="131838"/>
                </a:cubicBezTo>
                <a:lnTo>
                  <a:pt x="48617" y="129731"/>
                </a:lnTo>
                <a:lnTo>
                  <a:pt x="55419" y="133650"/>
                </a:lnTo>
                <a:lnTo>
                  <a:pt x="51907" y="135683"/>
                </a:lnTo>
                <a:cubicBezTo>
                  <a:pt x="52092" y="135757"/>
                  <a:pt x="52277" y="135905"/>
                  <a:pt x="52499" y="136016"/>
                </a:cubicBezTo>
                <a:lnTo>
                  <a:pt x="55974" y="133983"/>
                </a:lnTo>
                <a:lnTo>
                  <a:pt x="63923" y="138530"/>
                </a:lnTo>
                <a:lnTo>
                  <a:pt x="60706" y="140378"/>
                </a:lnTo>
                <a:cubicBezTo>
                  <a:pt x="60891" y="140489"/>
                  <a:pt x="61150" y="140563"/>
                  <a:pt x="61335" y="140711"/>
                </a:cubicBezTo>
                <a:lnTo>
                  <a:pt x="64477" y="138900"/>
                </a:lnTo>
                <a:lnTo>
                  <a:pt x="71243" y="142856"/>
                </a:lnTo>
                <a:lnTo>
                  <a:pt x="68581" y="144371"/>
                </a:lnTo>
                <a:cubicBezTo>
                  <a:pt x="68766" y="144445"/>
                  <a:pt x="68988" y="144556"/>
                  <a:pt x="69173" y="144630"/>
                </a:cubicBezTo>
                <a:lnTo>
                  <a:pt x="71797" y="143114"/>
                </a:lnTo>
                <a:lnTo>
                  <a:pt x="73720" y="144223"/>
                </a:lnTo>
                <a:cubicBezTo>
                  <a:pt x="73942" y="144150"/>
                  <a:pt x="74127" y="144039"/>
                  <a:pt x="74385" y="143965"/>
                </a:cubicBezTo>
                <a:lnTo>
                  <a:pt x="72426" y="142782"/>
                </a:lnTo>
                <a:lnTo>
                  <a:pt x="79192" y="138863"/>
                </a:lnTo>
                <a:lnTo>
                  <a:pt x="87140" y="143447"/>
                </a:lnTo>
                <a:lnTo>
                  <a:pt x="83332" y="145665"/>
                </a:lnTo>
                <a:cubicBezTo>
                  <a:pt x="83591" y="145702"/>
                  <a:pt x="83887" y="145739"/>
                  <a:pt x="84183" y="145813"/>
                </a:cubicBezTo>
                <a:lnTo>
                  <a:pt x="87695" y="143780"/>
                </a:lnTo>
                <a:lnTo>
                  <a:pt x="92834" y="146737"/>
                </a:lnTo>
                <a:cubicBezTo>
                  <a:pt x="93351" y="146774"/>
                  <a:pt x="93869" y="146848"/>
                  <a:pt x="94313" y="146959"/>
                </a:cubicBezTo>
                <a:lnTo>
                  <a:pt x="88249" y="143447"/>
                </a:lnTo>
                <a:lnTo>
                  <a:pt x="96198" y="138863"/>
                </a:lnTo>
                <a:lnTo>
                  <a:pt x="103001" y="142782"/>
                </a:lnTo>
                <a:lnTo>
                  <a:pt x="95533" y="147144"/>
                </a:lnTo>
                <a:cubicBezTo>
                  <a:pt x="95791" y="147181"/>
                  <a:pt x="96124" y="147218"/>
                  <a:pt x="96383" y="147292"/>
                </a:cubicBezTo>
                <a:lnTo>
                  <a:pt x="103555" y="143114"/>
                </a:lnTo>
                <a:lnTo>
                  <a:pt x="107807" y="145554"/>
                </a:lnTo>
                <a:cubicBezTo>
                  <a:pt x="107918" y="145370"/>
                  <a:pt x="107992" y="145259"/>
                  <a:pt x="108103" y="145111"/>
                </a:cubicBezTo>
                <a:lnTo>
                  <a:pt x="104110" y="142782"/>
                </a:lnTo>
                <a:lnTo>
                  <a:pt x="110912" y="138863"/>
                </a:lnTo>
                <a:lnTo>
                  <a:pt x="118861" y="143447"/>
                </a:lnTo>
                <a:lnTo>
                  <a:pt x="115793" y="145185"/>
                </a:lnTo>
                <a:cubicBezTo>
                  <a:pt x="115793" y="145259"/>
                  <a:pt x="115867" y="145259"/>
                  <a:pt x="115867" y="145296"/>
                </a:cubicBezTo>
                <a:cubicBezTo>
                  <a:pt x="116236" y="145259"/>
                  <a:pt x="116606" y="145185"/>
                  <a:pt x="116902" y="145185"/>
                </a:cubicBezTo>
                <a:lnTo>
                  <a:pt x="119416" y="143780"/>
                </a:lnTo>
                <a:lnTo>
                  <a:pt x="120784" y="144556"/>
                </a:lnTo>
                <a:lnTo>
                  <a:pt x="121227" y="144150"/>
                </a:lnTo>
                <a:lnTo>
                  <a:pt x="119970" y="143447"/>
                </a:lnTo>
                <a:lnTo>
                  <a:pt x="127919" y="138863"/>
                </a:lnTo>
                <a:lnTo>
                  <a:pt x="134093" y="142412"/>
                </a:lnTo>
                <a:cubicBezTo>
                  <a:pt x="134389" y="142375"/>
                  <a:pt x="134611" y="142301"/>
                  <a:pt x="134906" y="142227"/>
                </a:cubicBezTo>
                <a:lnTo>
                  <a:pt x="128511" y="138530"/>
                </a:lnTo>
                <a:lnTo>
                  <a:pt x="135313" y="134611"/>
                </a:lnTo>
                <a:lnTo>
                  <a:pt x="142116" y="138530"/>
                </a:lnTo>
                <a:lnTo>
                  <a:pt x="136274" y="141931"/>
                </a:lnTo>
                <a:cubicBezTo>
                  <a:pt x="136866" y="141783"/>
                  <a:pt x="137420" y="141636"/>
                  <a:pt x="138049" y="141562"/>
                </a:cubicBezTo>
                <a:lnTo>
                  <a:pt x="142707" y="138863"/>
                </a:lnTo>
                <a:lnTo>
                  <a:pt x="143521" y="139380"/>
                </a:lnTo>
                <a:cubicBezTo>
                  <a:pt x="143632" y="139232"/>
                  <a:pt x="143779" y="139048"/>
                  <a:pt x="143890" y="138900"/>
                </a:cubicBezTo>
                <a:lnTo>
                  <a:pt x="143262" y="138530"/>
                </a:lnTo>
                <a:lnTo>
                  <a:pt x="151211" y="133983"/>
                </a:lnTo>
                <a:lnTo>
                  <a:pt x="156645" y="137162"/>
                </a:lnTo>
                <a:lnTo>
                  <a:pt x="157200" y="136829"/>
                </a:lnTo>
                <a:lnTo>
                  <a:pt x="151765" y="133650"/>
                </a:lnTo>
                <a:lnTo>
                  <a:pt x="158568" y="129731"/>
                </a:lnTo>
                <a:lnTo>
                  <a:pt x="164113" y="132910"/>
                </a:lnTo>
                <a:lnTo>
                  <a:pt x="164668" y="132578"/>
                </a:lnTo>
                <a:lnTo>
                  <a:pt x="159122" y="129398"/>
                </a:lnTo>
                <a:lnTo>
                  <a:pt x="167071" y="124814"/>
                </a:lnTo>
                <a:lnTo>
                  <a:pt x="172173" y="127808"/>
                </a:lnTo>
                <a:cubicBezTo>
                  <a:pt x="172284" y="127698"/>
                  <a:pt x="172432" y="127513"/>
                  <a:pt x="172506" y="127365"/>
                </a:cubicBezTo>
                <a:lnTo>
                  <a:pt x="167552" y="124481"/>
                </a:lnTo>
                <a:lnTo>
                  <a:pt x="174354" y="120562"/>
                </a:lnTo>
                <a:lnTo>
                  <a:pt x="178754" y="123113"/>
                </a:lnTo>
                <a:cubicBezTo>
                  <a:pt x="178939" y="122965"/>
                  <a:pt x="179086" y="122891"/>
                  <a:pt x="179271" y="122743"/>
                </a:cubicBezTo>
                <a:lnTo>
                  <a:pt x="174909" y="120229"/>
                </a:lnTo>
                <a:lnTo>
                  <a:pt x="182857" y="115682"/>
                </a:lnTo>
                <a:lnTo>
                  <a:pt x="185815" y="117383"/>
                </a:lnTo>
                <a:lnTo>
                  <a:pt x="186222" y="116976"/>
                </a:lnTo>
                <a:lnTo>
                  <a:pt x="183412" y="115349"/>
                </a:lnTo>
                <a:lnTo>
                  <a:pt x="184928" y="114462"/>
                </a:lnTo>
                <a:cubicBezTo>
                  <a:pt x="184854" y="114277"/>
                  <a:pt x="184817" y="114092"/>
                  <a:pt x="184706" y="113944"/>
                </a:cubicBezTo>
                <a:lnTo>
                  <a:pt x="182820" y="115054"/>
                </a:lnTo>
                <a:lnTo>
                  <a:pt x="176055" y="111135"/>
                </a:lnTo>
                <a:lnTo>
                  <a:pt x="182857" y="107216"/>
                </a:lnTo>
                <a:lnTo>
                  <a:pt x="186222" y="109138"/>
                </a:lnTo>
                <a:cubicBezTo>
                  <a:pt x="186370" y="109027"/>
                  <a:pt x="186555" y="108879"/>
                  <a:pt x="186702" y="108769"/>
                </a:cubicBezTo>
                <a:lnTo>
                  <a:pt x="183412" y="106883"/>
                </a:lnTo>
                <a:lnTo>
                  <a:pt x="191361" y="102299"/>
                </a:lnTo>
                <a:lnTo>
                  <a:pt x="196315" y="105182"/>
                </a:lnTo>
                <a:cubicBezTo>
                  <a:pt x="196389" y="105034"/>
                  <a:pt x="196537" y="104850"/>
                  <a:pt x="196648" y="104702"/>
                </a:cubicBezTo>
                <a:lnTo>
                  <a:pt x="191952" y="102003"/>
                </a:lnTo>
                <a:lnTo>
                  <a:pt x="198570" y="98158"/>
                </a:lnTo>
                <a:lnTo>
                  <a:pt x="198570" y="97271"/>
                </a:lnTo>
                <a:lnTo>
                  <a:pt x="190769" y="92760"/>
                </a:lnTo>
                <a:lnTo>
                  <a:pt x="198570" y="88213"/>
                </a:lnTo>
                <a:lnTo>
                  <a:pt x="198570" y="87436"/>
                </a:lnTo>
                <a:lnTo>
                  <a:pt x="191952" y="83591"/>
                </a:lnTo>
                <a:lnTo>
                  <a:pt x="198570" y="79747"/>
                </a:lnTo>
                <a:lnTo>
                  <a:pt x="198570" y="78896"/>
                </a:lnTo>
                <a:lnTo>
                  <a:pt x="190769" y="74349"/>
                </a:lnTo>
                <a:lnTo>
                  <a:pt x="198570" y="69838"/>
                </a:lnTo>
                <a:lnTo>
                  <a:pt x="198570" y="69025"/>
                </a:lnTo>
                <a:lnTo>
                  <a:pt x="191952" y="65217"/>
                </a:lnTo>
                <a:lnTo>
                  <a:pt x="198570" y="61372"/>
                </a:lnTo>
                <a:lnTo>
                  <a:pt x="198570" y="60559"/>
                </a:lnTo>
                <a:close/>
                <a:moveTo>
                  <a:pt x="189586" y="56011"/>
                </a:moveTo>
                <a:lnTo>
                  <a:pt x="182784" y="59930"/>
                </a:lnTo>
                <a:lnTo>
                  <a:pt x="176018" y="56048"/>
                </a:lnTo>
                <a:lnTo>
                  <a:pt x="182820" y="52129"/>
                </a:lnTo>
                <a:close/>
                <a:moveTo>
                  <a:pt x="119933" y="70171"/>
                </a:moveTo>
                <a:lnTo>
                  <a:pt x="127919" y="65550"/>
                </a:lnTo>
                <a:lnTo>
                  <a:pt x="134685" y="69469"/>
                </a:lnTo>
                <a:lnTo>
                  <a:pt x="126736" y="74090"/>
                </a:lnTo>
                <a:close/>
                <a:moveTo>
                  <a:pt x="126107" y="74423"/>
                </a:moveTo>
                <a:lnTo>
                  <a:pt x="119342" y="78342"/>
                </a:lnTo>
                <a:lnTo>
                  <a:pt x="112576" y="74423"/>
                </a:lnTo>
                <a:lnTo>
                  <a:pt x="119379" y="70467"/>
                </a:lnTo>
                <a:close/>
                <a:moveTo>
                  <a:pt x="119379" y="69838"/>
                </a:moveTo>
                <a:lnTo>
                  <a:pt x="111393" y="65217"/>
                </a:lnTo>
                <a:lnTo>
                  <a:pt x="119379" y="60596"/>
                </a:lnTo>
                <a:lnTo>
                  <a:pt x="127364" y="65217"/>
                </a:lnTo>
                <a:close/>
                <a:moveTo>
                  <a:pt x="118787" y="70171"/>
                </a:moveTo>
                <a:lnTo>
                  <a:pt x="111985" y="74090"/>
                </a:lnTo>
                <a:lnTo>
                  <a:pt x="103999" y="69469"/>
                </a:lnTo>
                <a:lnTo>
                  <a:pt x="110728" y="65550"/>
                </a:lnTo>
                <a:close/>
                <a:moveTo>
                  <a:pt x="87584" y="70467"/>
                </a:moveTo>
                <a:lnTo>
                  <a:pt x="94387" y="74423"/>
                </a:lnTo>
                <a:lnTo>
                  <a:pt x="87621" y="78342"/>
                </a:lnTo>
                <a:lnTo>
                  <a:pt x="80818" y="74423"/>
                </a:lnTo>
                <a:close/>
                <a:moveTo>
                  <a:pt x="80264" y="74090"/>
                </a:moveTo>
                <a:lnTo>
                  <a:pt x="72315" y="69469"/>
                </a:lnTo>
                <a:lnTo>
                  <a:pt x="79081" y="65550"/>
                </a:lnTo>
                <a:lnTo>
                  <a:pt x="87066" y="70171"/>
                </a:lnTo>
                <a:close/>
                <a:moveTo>
                  <a:pt x="88175" y="70171"/>
                </a:moveTo>
                <a:lnTo>
                  <a:pt x="96161" y="65550"/>
                </a:lnTo>
                <a:lnTo>
                  <a:pt x="102927" y="69469"/>
                </a:lnTo>
                <a:lnTo>
                  <a:pt x="94941" y="74090"/>
                </a:lnTo>
                <a:close/>
                <a:moveTo>
                  <a:pt x="103481" y="69801"/>
                </a:moveTo>
                <a:lnTo>
                  <a:pt x="111467" y="74423"/>
                </a:lnTo>
                <a:lnTo>
                  <a:pt x="103481" y="79044"/>
                </a:lnTo>
                <a:lnTo>
                  <a:pt x="95459" y="74423"/>
                </a:lnTo>
                <a:close/>
                <a:moveTo>
                  <a:pt x="103481" y="69136"/>
                </a:moveTo>
                <a:lnTo>
                  <a:pt x="96716" y="65217"/>
                </a:lnTo>
                <a:lnTo>
                  <a:pt x="103481" y="61298"/>
                </a:lnTo>
                <a:lnTo>
                  <a:pt x="110210" y="65217"/>
                </a:lnTo>
                <a:close/>
                <a:moveTo>
                  <a:pt x="96124" y="64884"/>
                </a:moveTo>
                <a:lnTo>
                  <a:pt x="88139" y="60263"/>
                </a:lnTo>
                <a:lnTo>
                  <a:pt x="94867" y="56344"/>
                </a:lnTo>
                <a:lnTo>
                  <a:pt x="102890" y="60965"/>
                </a:lnTo>
                <a:close/>
                <a:moveTo>
                  <a:pt x="95570" y="65217"/>
                </a:moveTo>
                <a:lnTo>
                  <a:pt x="87584" y="69838"/>
                </a:lnTo>
                <a:lnTo>
                  <a:pt x="79561" y="65217"/>
                </a:lnTo>
                <a:lnTo>
                  <a:pt x="87584" y="60596"/>
                </a:lnTo>
                <a:close/>
                <a:moveTo>
                  <a:pt x="79081" y="64884"/>
                </a:moveTo>
                <a:lnTo>
                  <a:pt x="72278" y="60965"/>
                </a:lnTo>
                <a:lnTo>
                  <a:pt x="80264" y="56344"/>
                </a:lnTo>
                <a:lnTo>
                  <a:pt x="87029" y="60263"/>
                </a:lnTo>
                <a:close/>
                <a:moveTo>
                  <a:pt x="78526" y="65217"/>
                </a:moveTo>
                <a:lnTo>
                  <a:pt x="71724" y="69136"/>
                </a:lnTo>
                <a:lnTo>
                  <a:pt x="64921" y="65217"/>
                </a:lnTo>
                <a:lnTo>
                  <a:pt x="71687" y="61335"/>
                </a:lnTo>
                <a:close/>
                <a:moveTo>
                  <a:pt x="79709" y="74423"/>
                </a:moveTo>
                <a:lnTo>
                  <a:pt x="71724" y="79044"/>
                </a:lnTo>
                <a:lnTo>
                  <a:pt x="63775" y="74423"/>
                </a:lnTo>
                <a:lnTo>
                  <a:pt x="71760" y="69801"/>
                </a:lnTo>
                <a:close/>
                <a:moveTo>
                  <a:pt x="78526" y="83591"/>
                </a:moveTo>
                <a:lnTo>
                  <a:pt x="71760" y="87547"/>
                </a:lnTo>
                <a:lnTo>
                  <a:pt x="64995" y="83591"/>
                </a:lnTo>
                <a:lnTo>
                  <a:pt x="71724" y="79673"/>
                </a:lnTo>
                <a:close/>
                <a:moveTo>
                  <a:pt x="72278" y="79340"/>
                </a:moveTo>
                <a:lnTo>
                  <a:pt x="80264" y="74719"/>
                </a:lnTo>
                <a:lnTo>
                  <a:pt x="87066" y="78674"/>
                </a:lnTo>
                <a:lnTo>
                  <a:pt x="79081" y="83296"/>
                </a:lnTo>
                <a:close/>
                <a:moveTo>
                  <a:pt x="87621" y="78970"/>
                </a:moveTo>
                <a:lnTo>
                  <a:pt x="95570" y="83591"/>
                </a:lnTo>
                <a:lnTo>
                  <a:pt x="87584" y="88213"/>
                </a:lnTo>
                <a:lnTo>
                  <a:pt x="79635" y="83591"/>
                </a:lnTo>
                <a:close/>
                <a:moveTo>
                  <a:pt x="88175" y="78674"/>
                </a:moveTo>
                <a:lnTo>
                  <a:pt x="94941" y="74719"/>
                </a:lnTo>
                <a:lnTo>
                  <a:pt x="102927" y="79340"/>
                </a:lnTo>
                <a:lnTo>
                  <a:pt x="96124" y="83296"/>
                </a:lnTo>
                <a:close/>
                <a:moveTo>
                  <a:pt x="103481" y="79673"/>
                </a:moveTo>
                <a:lnTo>
                  <a:pt x="110247" y="83591"/>
                </a:lnTo>
                <a:lnTo>
                  <a:pt x="103481" y="87547"/>
                </a:lnTo>
                <a:lnTo>
                  <a:pt x="96679" y="83591"/>
                </a:lnTo>
                <a:close/>
                <a:moveTo>
                  <a:pt x="104036" y="79340"/>
                </a:moveTo>
                <a:lnTo>
                  <a:pt x="112022" y="74719"/>
                </a:lnTo>
                <a:lnTo>
                  <a:pt x="118787" y="78674"/>
                </a:lnTo>
                <a:lnTo>
                  <a:pt x="110839" y="83296"/>
                </a:lnTo>
                <a:close/>
                <a:moveTo>
                  <a:pt x="119342" y="78970"/>
                </a:moveTo>
                <a:lnTo>
                  <a:pt x="127327" y="83591"/>
                </a:lnTo>
                <a:lnTo>
                  <a:pt x="119379" y="88213"/>
                </a:lnTo>
                <a:lnTo>
                  <a:pt x="111393" y="83591"/>
                </a:lnTo>
                <a:close/>
                <a:moveTo>
                  <a:pt x="119896" y="78674"/>
                </a:moveTo>
                <a:lnTo>
                  <a:pt x="126662" y="74719"/>
                </a:lnTo>
                <a:lnTo>
                  <a:pt x="134685" y="79340"/>
                </a:lnTo>
                <a:lnTo>
                  <a:pt x="127882" y="83296"/>
                </a:lnTo>
                <a:close/>
                <a:moveTo>
                  <a:pt x="127217" y="74423"/>
                </a:moveTo>
                <a:lnTo>
                  <a:pt x="135165" y="69801"/>
                </a:lnTo>
                <a:lnTo>
                  <a:pt x="143188" y="74423"/>
                </a:lnTo>
                <a:lnTo>
                  <a:pt x="135239" y="79044"/>
                </a:lnTo>
                <a:close/>
                <a:moveTo>
                  <a:pt x="135794" y="69469"/>
                </a:moveTo>
                <a:lnTo>
                  <a:pt x="142559" y="65550"/>
                </a:lnTo>
                <a:lnTo>
                  <a:pt x="150582" y="70171"/>
                </a:lnTo>
                <a:lnTo>
                  <a:pt x="143779" y="74090"/>
                </a:lnTo>
                <a:close/>
                <a:moveTo>
                  <a:pt x="135202" y="69136"/>
                </a:moveTo>
                <a:lnTo>
                  <a:pt x="128474" y="65217"/>
                </a:lnTo>
                <a:lnTo>
                  <a:pt x="135276" y="61298"/>
                </a:lnTo>
                <a:lnTo>
                  <a:pt x="142005" y="65180"/>
                </a:lnTo>
                <a:close/>
                <a:moveTo>
                  <a:pt x="127882" y="64884"/>
                </a:moveTo>
                <a:lnTo>
                  <a:pt x="119896" y="60263"/>
                </a:lnTo>
                <a:lnTo>
                  <a:pt x="126625" y="56344"/>
                </a:lnTo>
                <a:lnTo>
                  <a:pt x="134611" y="60965"/>
                </a:lnTo>
                <a:close/>
                <a:moveTo>
                  <a:pt x="119342" y="59930"/>
                </a:moveTo>
                <a:lnTo>
                  <a:pt x="112576" y="56011"/>
                </a:lnTo>
                <a:lnTo>
                  <a:pt x="119342" y="52092"/>
                </a:lnTo>
                <a:lnTo>
                  <a:pt x="126070" y="55974"/>
                </a:lnTo>
                <a:close/>
                <a:moveTo>
                  <a:pt x="118787" y="60263"/>
                </a:moveTo>
                <a:lnTo>
                  <a:pt x="110765" y="64884"/>
                </a:lnTo>
                <a:lnTo>
                  <a:pt x="104036" y="60965"/>
                </a:lnTo>
                <a:lnTo>
                  <a:pt x="112022" y="56344"/>
                </a:lnTo>
                <a:close/>
                <a:moveTo>
                  <a:pt x="103481" y="60670"/>
                </a:moveTo>
                <a:lnTo>
                  <a:pt x="95459" y="56048"/>
                </a:lnTo>
                <a:lnTo>
                  <a:pt x="103481" y="51427"/>
                </a:lnTo>
                <a:lnTo>
                  <a:pt x="111467" y="56048"/>
                </a:lnTo>
                <a:close/>
                <a:moveTo>
                  <a:pt x="94941" y="55753"/>
                </a:moveTo>
                <a:lnTo>
                  <a:pt x="88175" y="51797"/>
                </a:lnTo>
                <a:lnTo>
                  <a:pt x="96161" y="47175"/>
                </a:lnTo>
                <a:lnTo>
                  <a:pt x="102927" y="51131"/>
                </a:lnTo>
                <a:close/>
                <a:moveTo>
                  <a:pt x="94387" y="56048"/>
                </a:moveTo>
                <a:lnTo>
                  <a:pt x="87621" y="60004"/>
                </a:lnTo>
                <a:lnTo>
                  <a:pt x="80892" y="56048"/>
                </a:lnTo>
                <a:lnTo>
                  <a:pt x="87621" y="52166"/>
                </a:lnTo>
                <a:close/>
                <a:moveTo>
                  <a:pt x="80264" y="55753"/>
                </a:moveTo>
                <a:lnTo>
                  <a:pt x="72278" y="51131"/>
                </a:lnTo>
                <a:lnTo>
                  <a:pt x="79044" y="47249"/>
                </a:lnTo>
                <a:lnTo>
                  <a:pt x="87029" y="51871"/>
                </a:lnTo>
                <a:close/>
                <a:moveTo>
                  <a:pt x="79709" y="56048"/>
                </a:moveTo>
                <a:lnTo>
                  <a:pt x="71724" y="60670"/>
                </a:lnTo>
                <a:lnTo>
                  <a:pt x="63738" y="56048"/>
                </a:lnTo>
                <a:lnTo>
                  <a:pt x="71724" y="51427"/>
                </a:lnTo>
                <a:close/>
                <a:moveTo>
                  <a:pt x="71169" y="61002"/>
                </a:moveTo>
                <a:lnTo>
                  <a:pt x="64440" y="64884"/>
                </a:lnTo>
                <a:lnTo>
                  <a:pt x="56492" y="60263"/>
                </a:lnTo>
                <a:lnTo>
                  <a:pt x="63220" y="56381"/>
                </a:lnTo>
                <a:close/>
                <a:moveTo>
                  <a:pt x="71169" y="69469"/>
                </a:moveTo>
                <a:lnTo>
                  <a:pt x="63183" y="74090"/>
                </a:lnTo>
                <a:lnTo>
                  <a:pt x="56381" y="70171"/>
                </a:lnTo>
                <a:lnTo>
                  <a:pt x="64366" y="65550"/>
                </a:lnTo>
                <a:close/>
                <a:moveTo>
                  <a:pt x="62629" y="74423"/>
                </a:moveTo>
                <a:lnTo>
                  <a:pt x="55863" y="78342"/>
                </a:lnTo>
                <a:lnTo>
                  <a:pt x="49097" y="74423"/>
                </a:lnTo>
                <a:lnTo>
                  <a:pt x="55826" y="70541"/>
                </a:lnTo>
                <a:close/>
                <a:moveTo>
                  <a:pt x="63183" y="74719"/>
                </a:moveTo>
                <a:lnTo>
                  <a:pt x="71132" y="79340"/>
                </a:lnTo>
                <a:lnTo>
                  <a:pt x="64366" y="83296"/>
                </a:lnTo>
                <a:lnTo>
                  <a:pt x="56418" y="78674"/>
                </a:lnTo>
                <a:close/>
                <a:moveTo>
                  <a:pt x="71169" y="87806"/>
                </a:moveTo>
                <a:lnTo>
                  <a:pt x="63183" y="92427"/>
                </a:lnTo>
                <a:lnTo>
                  <a:pt x="56381" y="88509"/>
                </a:lnTo>
                <a:lnTo>
                  <a:pt x="64366" y="83887"/>
                </a:lnTo>
                <a:close/>
                <a:moveTo>
                  <a:pt x="71724" y="88139"/>
                </a:moveTo>
                <a:lnTo>
                  <a:pt x="79672" y="92760"/>
                </a:lnTo>
                <a:lnTo>
                  <a:pt x="71687" y="97382"/>
                </a:lnTo>
                <a:lnTo>
                  <a:pt x="63738" y="92760"/>
                </a:lnTo>
                <a:close/>
                <a:moveTo>
                  <a:pt x="72315" y="87806"/>
                </a:moveTo>
                <a:lnTo>
                  <a:pt x="79081" y="83887"/>
                </a:lnTo>
                <a:lnTo>
                  <a:pt x="87029" y="88509"/>
                </a:lnTo>
                <a:lnTo>
                  <a:pt x="80227" y="92427"/>
                </a:lnTo>
                <a:close/>
                <a:moveTo>
                  <a:pt x="87584" y="88841"/>
                </a:moveTo>
                <a:lnTo>
                  <a:pt x="94387" y="92760"/>
                </a:lnTo>
                <a:lnTo>
                  <a:pt x="87584" y="96679"/>
                </a:lnTo>
                <a:lnTo>
                  <a:pt x="80781" y="92760"/>
                </a:lnTo>
                <a:close/>
                <a:moveTo>
                  <a:pt x="88175" y="88509"/>
                </a:moveTo>
                <a:lnTo>
                  <a:pt x="96161" y="83887"/>
                </a:lnTo>
                <a:lnTo>
                  <a:pt x="102964" y="87806"/>
                </a:lnTo>
                <a:lnTo>
                  <a:pt x="95015" y="92427"/>
                </a:lnTo>
                <a:close/>
                <a:moveTo>
                  <a:pt x="103481" y="88139"/>
                </a:moveTo>
                <a:lnTo>
                  <a:pt x="111430" y="92760"/>
                </a:lnTo>
                <a:lnTo>
                  <a:pt x="103481" y="97382"/>
                </a:lnTo>
                <a:lnTo>
                  <a:pt x="95533" y="92760"/>
                </a:lnTo>
                <a:close/>
                <a:moveTo>
                  <a:pt x="104036" y="87806"/>
                </a:moveTo>
                <a:lnTo>
                  <a:pt x="110839" y="83887"/>
                </a:lnTo>
                <a:lnTo>
                  <a:pt x="118824" y="88509"/>
                </a:lnTo>
                <a:lnTo>
                  <a:pt x="112022" y="92427"/>
                </a:lnTo>
                <a:close/>
                <a:moveTo>
                  <a:pt x="119379" y="88841"/>
                </a:moveTo>
                <a:lnTo>
                  <a:pt x="126181" y="92760"/>
                </a:lnTo>
                <a:lnTo>
                  <a:pt x="119379" y="96679"/>
                </a:lnTo>
                <a:lnTo>
                  <a:pt x="112576" y="92760"/>
                </a:lnTo>
                <a:close/>
                <a:moveTo>
                  <a:pt x="119933" y="88509"/>
                </a:moveTo>
                <a:lnTo>
                  <a:pt x="127882" y="83887"/>
                </a:lnTo>
                <a:lnTo>
                  <a:pt x="134611" y="87806"/>
                </a:lnTo>
                <a:lnTo>
                  <a:pt x="126662" y="92427"/>
                </a:lnTo>
                <a:close/>
                <a:moveTo>
                  <a:pt x="128437" y="83591"/>
                </a:moveTo>
                <a:lnTo>
                  <a:pt x="135202" y="79673"/>
                </a:lnTo>
                <a:lnTo>
                  <a:pt x="141968" y="83591"/>
                </a:lnTo>
                <a:lnTo>
                  <a:pt x="135165" y="87547"/>
                </a:lnTo>
                <a:close/>
                <a:moveTo>
                  <a:pt x="135794" y="79340"/>
                </a:moveTo>
                <a:lnTo>
                  <a:pt x="143742" y="74719"/>
                </a:lnTo>
                <a:lnTo>
                  <a:pt x="150471" y="78674"/>
                </a:lnTo>
                <a:lnTo>
                  <a:pt x="142522" y="83296"/>
                </a:lnTo>
                <a:close/>
                <a:moveTo>
                  <a:pt x="144334" y="74423"/>
                </a:moveTo>
                <a:lnTo>
                  <a:pt x="151137" y="70467"/>
                </a:lnTo>
                <a:lnTo>
                  <a:pt x="157865" y="74349"/>
                </a:lnTo>
                <a:lnTo>
                  <a:pt x="151063" y="78305"/>
                </a:lnTo>
                <a:close/>
                <a:moveTo>
                  <a:pt x="143114" y="65217"/>
                </a:moveTo>
                <a:lnTo>
                  <a:pt x="151063" y="60596"/>
                </a:lnTo>
                <a:lnTo>
                  <a:pt x="159085" y="65217"/>
                </a:lnTo>
                <a:lnTo>
                  <a:pt x="151137" y="69838"/>
                </a:lnTo>
                <a:close/>
                <a:moveTo>
                  <a:pt x="142522" y="64884"/>
                </a:moveTo>
                <a:lnTo>
                  <a:pt x="135757" y="61002"/>
                </a:lnTo>
                <a:lnTo>
                  <a:pt x="143779" y="56381"/>
                </a:lnTo>
                <a:lnTo>
                  <a:pt x="150508" y="60263"/>
                </a:lnTo>
                <a:close/>
                <a:moveTo>
                  <a:pt x="135202" y="60670"/>
                </a:moveTo>
                <a:lnTo>
                  <a:pt x="127217" y="56048"/>
                </a:lnTo>
                <a:lnTo>
                  <a:pt x="135202" y="51427"/>
                </a:lnTo>
                <a:lnTo>
                  <a:pt x="143225" y="56048"/>
                </a:lnTo>
                <a:close/>
                <a:moveTo>
                  <a:pt x="128474" y="46880"/>
                </a:moveTo>
                <a:lnTo>
                  <a:pt x="135239" y="42924"/>
                </a:lnTo>
                <a:lnTo>
                  <a:pt x="141968" y="46806"/>
                </a:lnTo>
                <a:lnTo>
                  <a:pt x="135239" y="50761"/>
                </a:lnTo>
                <a:close/>
                <a:moveTo>
                  <a:pt x="134611" y="51131"/>
                </a:moveTo>
                <a:lnTo>
                  <a:pt x="126625" y="55753"/>
                </a:lnTo>
                <a:lnTo>
                  <a:pt x="119896" y="51871"/>
                </a:lnTo>
                <a:lnTo>
                  <a:pt x="127882" y="47249"/>
                </a:lnTo>
                <a:close/>
                <a:moveTo>
                  <a:pt x="119379" y="51501"/>
                </a:moveTo>
                <a:lnTo>
                  <a:pt x="111393" y="46880"/>
                </a:lnTo>
                <a:lnTo>
                  <a:pt x="119379" y="42258"/>
                </a:lnTo>
                <a:lnTo>
                  <a:pt x="127364" y="46880"/>
                </a:lnTo>
                <a:close/>
                <a:moveTo>
                  <a:pt x="118787" y="51797"/>
                </a:moveTo>
                <a:lnTo>
                  <a:pt x="112022" y="55753"/>
                </a:lnTo>
                <a:lnTo>
                  <a:pt x="104036" y="51131"/>
                </a:lnTo>
                <a:lnTo>
                  <a:pt x="110765" y="47175"/>
                </a:lnTo>
                <a:close/>
                <a:moveTo>
                  <a:pt x="103481" y="50798"/>
                </a:moveTo>
                <a:lnTo>
                  <a:pt x="96716" y="46880"/>
                </a:lnTo>
                <a:lnTo>
                  <a:pt x="103481" y="42998"/>
                </a:lnTo>
                <a:lnTo>
                  <a:pt x="110210" y="46880"/>
                </a:lnTo>
                <a:close/>
                <a:moveTo>
                  <a:pt x="96161" y="46547"/>
                </a:moveTo>
                <a:lnTo>
                  <a:pt x="88175" y="41925"/>
                </a:lnTo>
                <a:lnTo>
                  <a:pt x="94941" y="38044"/>
                </a:lnTo>
                <a:lnTo>
                  <a:pt x="102927" y="42665"/>
                </a:lnTo>
                <a:close/>
                <a:moveTo>
                  <a:pt x="95607" y="46880"/>
                </a:moveTo>
                <a:lnTo>
                  <a:pt x="87621" y="51501"/>
                </a:lnTo>
                <a:lnTo>
                  <a:pt x="79635" y="46880"/>
                </a:lnTo>
                <a:lnTo>
                  <a:pt x="87621" y="42258"/>
                </a:lnTo>
                <a:close/>
                <a:moveTo>
                  <a:pt x="79044" y="46547"/>
                </a:moveTo>
                <a:lnTo>
                  <a:pt x="72278" y="42628"/>
                </a:lnTo>
                <a:lnTo>
                  <a:pt x="80264" y="38007"/>
                </a:lnTo>
                <a:lnTo>
                  <a:pt x="87029" y="41925"/>
                </a:lnTo>
                <a:close/>
                <a:moveTo>
                  <a:pt x="78489" y="46880"/>
                </a:moveTo>
                <a:lnTo>
                  <a:pt x="71724" y="50761"/>
                </a:lnTo>
                <a:lnTo>
                  <a:pt x="64995" y="46806"/>
                </a:lnTo>
                <a:lnTo>
                  <a:pt x="71724" y="42924"/>
                </a:lnTo>
                <a:close/>
                <a:moveTo>
                  <a:pt x="71169" y="51131"/>
                </a:moveTo>
                <a:lnTo>
                  <a:pt x="63183" y="55753"/>
                </a:lnTo>
                <a:lnTo>
                  <a:pt x="56381" y="51797"/>
                </a:lnTo>
                <a:lnTo>
                  <a:pt x="64366" y="47175"/>
                </a:lnTo>
                <a:close/>
                <a:moveTo>
                  <a:pt x="62629" y="56048"/>
                </a:moveTo>
                <a:lnTo>
                  <a:pt x="55863" y="59930"/>
                </a:lnTo>
                <a:lnTo>
                  <a:pt x="49097" y="56011"/>
                </a:lnTo>
                <a:lnTo>
                  <a:pt x="55826" y="52129"/>
                </a:lnTo>
                <a:close/>
                <a:moveTo>
                  <a:pt x="63812" y="65217"/>
                </a:moveTo>
                <a:lnTo>
                  <a:pt x="55826" y="69838"/>
                </a:lnTo>
                <a:lnTo>
                  <a:pt x="47877" y="65217"/>
                </a:lnTo>
                <a:lnTo>
                  <a:pt x="55863" y="60596"/>
                </a:lnTo>
                <a:close/>
                <a:moveTo>
                  <a:pt x="55272" y="70171"/>
                </a:moveTo>
                <a:lnTo>
                  <a:pt x="48543" y="74053"/>
                </a:lnTo>
                <a:lnTo>
                  <a:pt x="40594" y="69432"/>
                </a:lnTo>
                <a:lnTo>
                  <a:pt x="47323" y="65550"/>
                </a:lnTo>
                <a:close/>
                <a:moveTo>
                  <a:pt x="47988" y="74423"/>
                </a:moveTo>
                <a:lnTo>
                  <a:pt x="39966" y="79044"/>
                </a:lnTo>
                <a:lnTo>
                  <a:pt x="32017" y="74423"/>
                </a:lnTo>
                <a:lnTo>
                  <a:pt x="40040" y="69801"/>
                </a:lnTo>
                <a:close/>
                <a:moveTo>
                  <a:pt x="48543" y="74719"/>
                </a:moveTo>
                <a:lnTo>
                  <a:pt x="55309" y="78674"/>
                </a:lnTo>
                <a:lnTo>
                  <a:pt x="47323" y="83296"/>
                </a:lnTo>
                <a:lnTo>
                  <a:pt x="40520" y="79340"/>
                </a:lnTo>
                <a:close/>
                <a:moveTo>
                  <a:pt x="55863" y="78970"/>
                </a:moveTo>
                <a:lnTo>
                  <a:pt x="63812" y="83591"/>
                </a:lnTo>
                <a:lnTo>
                  <a:pt x="55826" y="88213"/>
                </a:lnTo>
                <a:lnTo>
                  <a:pt x="47877" y="83591"/>
                </a:lnTo>
                <a:close/>
                <a:moveTo>
                  <a:pt x="62629" y="92760"/>
                </a:moveTo>
                <a:lnTo>
                  <a:pt x="55863" y="96679"/>
                </a:lnTo>
                <a:lnTo>
                  <a:pt x="49097" y="92760"/>
                </a:lnTo>
                <a:lnTo>
                  <a:pt x="55826" y="88841"/>
                </a:lnTo>
                <a:close/>
                <a:moveTo>
                  <a:pt x="63220" y="93093"/>
                </a:moveTo>
                <a:lnTo>
                  <a:pt x="71169" y="97714"/>
                </a:lnTo>
                <a:lnTo>
                  <a:pt x="64366" y="101633"/>
                </a:lnTo>
                <a:lnTo>
                  <a:pt x="56418" y="97012"/>
                </a:lnTo>
                <a:close/>
                <a:moveTo>
                  <a:pt x="71724" y="98010"/>
                </a:moveTo>
                <a:lnTo>
                  <a:pt x="78526" y="101966"/>
                </a:lnTo>
                <a:lnTo>
                  <a:pt x="71724" y="105885"/>
                </a:lnTo>
                <a:lnTo>
                  <a:pt x="64921" y="101966"/>
                </a:lnTo>
                <a:close/>
                <a:moveTo>
                  <a:pt x="72278" y="97714"/>
                </a:moveTo>
                <a:lnTo>
                  <a:pt x="80264" y="93093"/>
                </a:lnTo>
                <a:lnTo>
                  <a:pt x="87066" y="97012"/>
                </a:lnTo>
                <a:lnTo>
                  <a:pt x="79118" y="101633"/>
                </a:lnTo>
                <a:close/>
                <a:moveTo>
                  <a:pt x="87621" y="97345"/>
                </a:moveTo>
                <a:lnTo>
                  <a:pt x="95570" y="101966"/>
                </a:lnTo>
                <a:lnTo>
                  <a:pt x="87621" y="106587"/>
                </a:lnTo>
                <a:lnTo>
                  <a:pt x="79672" y="101966"/>
                </a:lnTo>
                <a:close/>
                <a:moveTo>
                  <a:pt x="88175" y="97012"/>
                </a:moveTo>
                <a:lnTo>
                  <a:pt x="94978" y="93093"/>
                </a:lnTo>
                <a:lnTo>
                  <a:pt x="102927" y="97714"/>
                </a:lnTo>
                <a:lnTo>
                  <a:pt x="96124" y="101633"/>
                </a:lnTo>
                <a:close/>
                <a:moveTo>
                  <a:pt x="103481" y="98010"/>
                </a:moveTo>
                <a:lnTo>
                  <a:pt x="110247" y="101966"/>
                </a:lnTo>
                <a:lnTo>
                  <a:pt x="103481" y="105885"/>
                </a:lnTo>
                <a:lnTo>
                  <a:pt x="96679" y="101966"/>
                </a:lnTo>
                <a:close/>
                <a:moveTo>
                  <a:pt x="104036" y="97714"/>
                </a:moveTo>
                <a:lnTo>
                  <a:pt x="111985" y="93093"/>
                </a:lnTo>
                <a:lnTo>
                  <a:pt x="118787" y="97012"/>
                </a:lnTo>
                <a:lnTo>
                  <a:pt x="110839" y="101633"/>
                </a:lnTo>
                <a:close/>
                <a:moveTo>
                  <a:pt x="119342" y="97345"/>
                </a:moveTo>
                <a:lnTo>
                  <a:pt x="127290" y="101966"/>
                </a:lnTo>
                <a:lnTo>
                  <a:pt x="119342" y="106587"/>
                </a:lnTo>
                <a:lnTo>
                  <a:pt x="111393" y="101966"/>
                </a:lnTo>
                <a:close/>
                <a:moveTo>
                  <a:pt x="119896" y="97012"/>
                </a:moveTo>
                <a:lnTo>
                  <a:pt x="126662" y="93093"/>
                </a:lnTo>
                <a:lnTo>
                  <a:pt x="134685" y="97714"/>
                </a:lnTo>
                <a:lnTo>
                  <a:pt x="127882" y="101633"/>
                </a:lnTo>
                <a:close/>
                <a:moveTo>
                  <a:pt x="127217" y="92760"/>
                </a:moveTo>
                <a:lnTo>
                  <a:pt x="135165" y="88139"/>
                </a:lnTo>
                <a:lnTo>
                  <a:pt x="143188" y="92760"/>
                </a:lnTo>
                <a:lnTo>
                  <a:pt x="135239" y="97382"/>
                </a:lnTo>
                <a:close/>
                <a:moveTo>
                  <a:pt x="143742" y="93093"/>
                </a:moveTo>
                <a:lnTo>
                  <a:pt x="150471" y="97012"/>
                </a:lnTo>
                <a:lnTo>
                  <a:pt x="142522" y="101633"/>
                </a:lnTo>
                <a:lnTo>
                  <a:pt x="135720" y="97714"/>
                </a:lnTo>
                <a:close/>
                <a:moveTo>
                  <a:pt x="135794" y="87806"/>
                </a:moveTo>
                <a:lnTo>
                  <a:pt x="142559" y="83887"/>
                </a:lnTo>
                <a:lnTo>
                  <a:pt x="150582" y="88509"/>
                </a:lnTo>
                <a:lnTo>
                  <a:pt x="143779" y="92427"/>
                </a:lnTo>
                <a:close/>
                <a:moveTo>
                  <a:pt x="143114" y="83555"/>
                </a:moveTo>
                <a:lnTo>
                  <a:pt x="151063" y="78933"/>
                </a:lnTo>
                <a:lnTo>
                  <a:pt x="159085" y="83555"/>
                </a:lnTo>
                <a:lnTo>
                  <a:pt x="151137" y="88176"/>
                </a:lnTo>
                <a:close/>
                <a:moveTo>
                  <a:pt x="151617" y="78674"/>
                </a:moveTo>
                <a:lnTo>
                  <a:pt x="158420" y="74719"/>
                </a:lnTo>
                <a:lnTo>
                  <a:pt x="166406" y="79340"/>
                </a:lnTo>
                <a:lnTo>
                  <a:pt x="159640" y="83296"/>
                </a:lnTo>
                <a:close/>
                <a:moveTo>
                  <a:pt x="158420" y="74090"/>
                </a:moveTo>
                <a:lnTo>
                  <a:pt x="151691" y="70208"/>
                </a:lnTo>
                <a:lnTo>
                  <a:pt x="159640" y="65587"/>
                </a:lnTo>
                <a:lnTo>
                  <a:pt x="166369" y="69469"/>
                </a:lnTo>
                <a:close/>
                <a:moveTo>
                  <a:pt x="151617" y="60263"/>
                </a:moveTo>
                <a:lnTo>
                  <a:pt x="158420" y="56344"/>
                </a:lnTo>
                <a:lnTo>
                  <a:pt x="166406" y="60965"/>
                </a:lnTo>
                <a:lnTo>
                  <a:pt x="159640" y="64884"/>
                </a:lnTo>
                <a:close/>
                <a:moveTo>
                  <a:pt x="151063" y="59930"/>
                </a:moveTo>
                <a:lnTo>
                  <a:pt x="144334" y="56048"/>
                </a:lnTo>
                <a:lnTo>
                  <a:pt x="151100" y="52129"/>
                </a:lnTo>
                <a:lnTo>
                  <a:pt x="157865" y="56011"/>
                </a:lnTo>
                <a:close/>
                <a:moveTo>
                  <a:pt x="143779" y="55753"/>
                </a:moveTo>
                <a:lnTo>
                  <a:pt x="135757" y="51131"/>
                </a:lnTo>
                <a:lnTo>
                  <a:pt x="142522" y="47175"/>
                </a:lnTo>
                <a:lnTo>
                  <a:pt x="150508" y="51797"/>
                </a:lnTo>
                <a:close/>
                <a:moveTo>
                  <a:pt x="142522" y="46547"/>
                </a:moveTo>
                <a:lnTo>
                  <a:pt x="135757" y="42665"/>
                </a:lnTo>
                <a:lnTo>
                  <a:pt x="143779" y="38044"/>
                </a:lnTo>
                <a:lnTo>
                  <a:pt x="150508" y="41925"/>
                </a:lnTo>
                <a:close/>
                <a:moveTo>
                  <a:pt x="135202" y="42332"/>
                </a:moveTo>
                <a:lnTo>
                  <a:pt x="127217" y="37711"/>
                </a:lnTo>
                <a:lnTo>
                  <a:pt x="135202" y="33089"/>
                </a:lnTo>
                <a:lnTo>
                  <a:pt x="143225" y="37711"/>
                </a:lnTo>
                <a:close/>
                <a:moveTo>
                  <a:pt x="134685" y="42665"/>
                </a:moveTo>
                <a:lnTo>
                  <a:pt x="127919" y="46584"/>
                </a:lnTo>
                <a:lnTo>
                  <a:pt x="119933" y="41962"/>
                </a:lnTo>
                <a:lnTo>
                  <a:pt x="126662" y="38044"/>
                </a:lnTo>
                <a:close/>
                <a:moveTo>
                  <a:pt x="119342" y="41593"/>
                </a:moveTo>
                <a:lnTo>
                  <a:pt x="112576" y="37711"/>
                </a:lnTo>
                <a:lnTo>
                  <a:pt x="119342" y="33829"/>
                </a:lnTo>
                <a:lnTo>
                  <a:pt x="126070" y="37711"/>
                </a:lnTo>
                <a:close/>
                <a:moveTo>
                  <a:pt x="118787" y="41925"/>
                </a:moveTo>
                <a:lnTo>
                  <a:pt x="110765" y="46547"/>
                </a:lnTo>
                <a:lnTo>
                  <a:pt x="104036" y="42665"/>
                </a:lnTo>
                <a:lnTo>
                  <a:pt x="112022" y="38044"/>
                </a:lnTo>
                <a:close/>
                <a:moveTo>
                  <a:pt x="103481" y="42332"/>
                </a:moveTo>
                <a:lnTo>
                  <a:pt x="95459" y="37711"/>
                </a:lnTo>
                <a:lnTo>
                  <a:pt x="103481" y="33089"/>
                </a:lnTo>
                <a:lnTo>
                  <a:pt x="111467" y="37711"/>
                </a:lnTo>
                <a:close/>
                <a:moveTo>
                  <a:pt x="94941" y="37378"/>
                </a:moveTo>
                <a:lnTo>
                  <a:pt x="88175" y="33496"/>
                </a:lnTo>
                <a:lnTo>
                  <a:pt x="96161" y="28875"/>
                </a:lnTo>
                <a:lnTo>
                  <a:pt x="102927" y="32757"/>
                </a:lnTo>
                <a:close/>
                <a:moveTo>
                  <a:pt x="94387" y="37711"/>
                </a:moveTo>
                <a:lnTo>
                  <a:pt x="87621" y="41593"/>
                </a:lnTo>
                <a:lnTo>
                  <a:pt x="80892" y="37674"/>
                </a:lnTo>
                <a:lnTo>
                  <a:pt x="87621" y="33792"/>
                </a:lnTo>
                <a:close/>
                <a:moveTo>
                  <a:pt x="80264" y="37341"/>
                </a:moveTo>
                <a:lnTo>
                  <a:pt x="72278" y="32720"/>
                </a:lnTo>
                <a:lnTo>
                  <a:pt x="79044" y="28838"/>
                </a:lnTo>
                <a:lnTo>
                  <a:pt x="87029" y="33459"/>
                </a:lnTo>
                <a:close/>
                <a:moveTo>
                  <a:pt x="79709" y="37674"/>
                </a:moveTo>
                <a:lnTo>
                  <a:pt x="71724" y="42332"/>
                </a:lnTo>
                <a:lnTo>
                  <a:pt x="63738" y="37711"/>
                </a:lnTo>
                <a:lnTo>
                  <a:pt x="71724" y="33089"/>
                </a:lnTo>
                <a:close/>
                <a:moveTo>
                  <a:pt x="71169" y="42665"/>
                </a:moveTo>
                <a:lnTo>
                  <a:pt x="64440" y="46547"/>
                </a:lnTo>
                <a:lnTo>
                  <a:pt x="56418" y="41925"/>
                </a:lnTo>
                <a:lnTo>
                  <a:pt x="63183" y="38044"/>
                </a:lnTo>
                <a:close/>
                <a:moveTo>
                  <a:pt x="63886" y="46880"/>
                </a:moveTo>
                <a:lnTo>
                  <a:pt x="55863" y="51501"/>
                </a:lnTo>
                <a:lnTo>
                  <a:pt x="47877" y="46880"/>
                </a:lnTo>
                <a:lnTo>
                  <a:pt x="55863" y="42258"/>
                </a:lnTo>
                <a:close/>
                <a:moveTo>
                  <a:pt x="55272" y="51797"/>
                </a:moveTo>
                <a:lnTo>
                  <a:pt x="48543" y="55679"/>
                </a:lnTo>
                <a:lnTo>
                  <a:pt x="40594" y="51057"/>
                </a:lnTo>
                <a:lnTo>
                  <a:pt x="47323" y="47175"/>
                </a:lnTo>
                <a:close/>
                <a:moveTo>
                  <a:pt x="55309" y="60263"/>
                </a:moveTo>
                <a:lnTo>
                  <a:pt x="47323" y="64884"/>
                </a:lnTo>
                <a:lnTo>
                  <a:pt x="40520" y="60965"/>
                </a:lnTo>
                <a:lnTo>
                  <a:pt x="48543" y="56344"/>
                </a:lnTo>
                <a:close/>
                <a:moveTo>
                  <a:pt x="46768" y="65254"/>
                </a:moveTo>
                <a:lnTo>
                  <a:pt x="40040" y="69136"/>
                </a:lnTo>
                <a:lnTo>
                  <a:pt x="33237" y="65217"/>
                </a:lnTo>
                <a:lnTo>
                  <a:pt x="39966" y="61335"/>
                </a:lnTo>
                <a:close/>
                <a:moveTo>
                  <a:pt x="39485" y="69469"/>
                </a:moveTo>
                <a:lnTo>
                  <a:pt x="31462" y="74090"/>
                </a:lnTo>
                <a:lnTo>
                  <a:pt x="24697" y="70171"/>
                </a:lnTo>
                <a:lnTo>
                  <a:pt x="32682" y="65550"/>
                </a:lnTo>
                <a:close/>
                <a:moveTo>
                  <a:pt x="31462" y="74719"/>
                </a:moveTo>
                <a:lnTo>
                  <a:pt x="39411" y="79340"/>
                </a:lnTo>
                <a:lnTo>
                  <a:pt x="32682" y="83222"/>
                </a:lnTo>
                <a:lnTo>
                  <a:pt x="24734" y="78600"/>
                </a:lnTo>
                <a:close/>
                <a:moveTo>
                  <a:pt x="39966" y="79673"/>
                </a:moveTo>
                <a:lnTo>
                  <a:pt x="46768" y="83591"/>
                </a:lnTo>
                <a:lnTo>
                  <a:pt x="40040" y="87547"/>
                </a:lnTo>
                <a:lnTo>
                  <a:pt x="33237" y="83591"/>
                </a:lnTo>
                <a:close/>
                <a:moveTo>
                  <a:pt x="47323" y="83924"/>
                </a:moveTo>
                <a:lnTo>
                  <a:pt x="55272" y="88546"/>
                </a:lnTo>
                <a:lnTo>
                  <a:pt x="48543" y="92464"/>
                </a:lnTo>
                <a:lnTo>
                  <a:pt x="40594" y="87843"/>
                </a:lnTo>
                <a:close/>
                <a:moveTo>
                  <a:pt x="55309" y="97012"/>
                </a:moveTo>
                <a:lnTo>
                  <a:pt x="47323" y="101633"/>
                </a:lnTo>
                <a:lnTo>
                  <a:pt x="40520" y="97714"/>
                </a:lnTo>
                <a:lnTo>
                  <a:pt x="48543" y="93093"/>
                </a:lnTo>
                <a:close/>
                <a:moveTo>
                  <a:pt x="55863" y="97345"/>
                </a:moveTo>
                <a:lnTo>
                  <a:pt x="63812" y="101966"/>
                </a:lnTo>
                <a:lnTo>
                  <a:pt x="55826" y="106587"/>
                </a:lnTo>
                <a:lnTo>
                  <a:pt x="47877" y="102003"/>
                </a:lnTo>
                <a:close/>
                <a:moveTo>
                  <a:pt x="64366" y="102262"/>
                </a:moveTo>
                <a:lnTo>
                  <a:pt x="71169" y="106218"/>
                </a:lnTo>
                <a:lnTo>
                  <a:pt x="63220" y="110839"/>
                </a:lnTo>
                <a:lnTo>
                  <a:pt x="56418" y="106883"/>
                </a:lnTo>
                <a:close/>
                <a:moveTo>
                  <a:pt x="71724" y="106513"/>
                </a:moveTo>
                <a:lnTo>
                  <a:pt x="79672" y="111135"/>
                </a:lnTo>
                <a:lnTo>
                  <a:pt x="71724" y="115756"/>
                </a:lnTo>
                <a:lnTo>
                  <a:pt x="63775" y="111209"/>
                </a:lnTo>
                <a:close/>
                <a:moveTo>
                  <a:pt x="72315" y="106218"/>
                </a:moveTo>
                <a:lnTo>
                  <a:pt x="79118" y="102262"/>
                </a:lnTo>
                <a:lnTo>
                  <a:pt x="87066" y="106883"/>
                </a:lnTo>
                <a:lnTo>
                  <a:pt x="80264" y="110839"/>
                </a:lnTo>
                <a:close/>
                <a:moveTo>
                  <a:pt x="87584" y="107216"/>
                </a:moveTo>
                <a:lnTo>
                  <a:pt x="94387" y="111135"/>
                </a:lnTo>
                <a:lnTo>
                  <a:pt x="87584" y="115054"/>
                </a:lnTo>
                <a:lnTo>
                  <a:pt x="80781" y="111135"/>
                </a:lnTo>
                <a:close/>
                <a:moveTo>
                  <a:pt x="88175" y="106846"/>
                </a:moveTo>
                <a:lnTo>
                  <a:pt x="96124" y="102225"/>
                </a:lnTo>
                <a:lnTo>
                  <a:pt x="102927" y="106144"/>
                </a:lnTo>
                <a:lnTo>
                  <a:pt x="94978" y="110765"/>
                </a:lnTo>
                <a:close/>
                <a:moveTo>
                  <a:pt x="103481" y="106513"/>
                </a:moveTo>
                <a:lnTo>
                  <a:pt x="111430" y="111135"/>
                </a:lnTo>
                <a:lnTo>
                  <a:pt x="103481" y="115756"/>
                </a:lnTo>
                <a:lnTo>
                  <a:pt x="95533" y="111135"/>
                </a:lnTo>
                <a:close/>
                <a:moveTo>
                  <a:pt x="104036" y="106218"/>
                </a:moveTo>
                <a:lnTo>
                  <a:pt x="110839" y="102262"/>
                </a:lnTo>
                <a:lnTo>
                  <a:pt x="118787" y="106883"/>
                </a:lnTo>
                <a:lnTo>
                  <a:pt x="111985" y="110839"/>
                </a:lnTo>
                <a:close/>
                <a:moveTo>
                  <a:pt x="119379" y="107216"/>
                </a:moveTo>
                <a:lnTo>
                  <a:pt x="126181" y="111135"/>
                </a:lnTo>
                <a:lnTo>
                  <a:pt x="119379" y="115054"/>
                </a:lnTo>
                <a:lnTo>
                  <a:pt x="112576" y="111135"/>
                </a:lnTo>
                <a:close/>
                <a:moveTo>
                  <a:pt x="119933" y="106846"/>
                </a:moveTo>
                <a:lnTo>
                  <a:pt x="127882" y="102225"/>
                </a:lnTo>
                <a:lnTo>
                  <a:pt x="134685" y="106144"/>
                </a:lnTo>
                <a:lnTo>
                  <a:pt x="126736" y="110765"/>
                </a:lnTo>
                <a:close/>
                <a:moveTo>
                  <a:pt x="128437" y="101966"/>
                </a:moveTo>
                <a:lnTo>
                  <a:pt x="135202" y="98010"/>
                </a:lnTo>
                <a:lnTo>
                  <a:pt x="142005" y="101966"/>
                </a:lnTo>
                <a:lnTo>
                  <a:pt x="135202" y="105885"/>
                </a:lnTo>
                <a:close/>
                <a:moveTo>
                  <a:pt x="142559" y="102262"/>
                </a:moveTo>
                <a:lnTo>
                  <a:pt x="150582" y="106883"/>
                </a:lnTo>
                <a:lnTo>
                  <a:pt x="143779" y="110839"/>
                </a:lnTo>
                <a:lnTo>
                  <a:pt x="135831" y="106218"/>
                </a:lnTo>
                <a:close/>
                <a:moveTo>
                  <a:pt x="143114" y="101966"/>
                </a:moveTo>
                <a:lnTo>
                  <a:pt x="151063" y="97345"/>
                </a:lnTo>
                <a:lnTo>
                  <a:pt x="159085" y="101966"/>
                </a:lnTo>
                <a:lnTo>
                  <a:pt x="151137" y="106513"/>
                </a:lnTo>
                <a:close/>
                <a:moveTo>
                  <a:pt x="144334" y="92760"/>
                </a:moveTo>
                <a:lnTo>
                  <a:pt x="151137" y="88841"/>
                </a:lnTo>
                <a:lnTo>
                  <a:pt x="157865" y="92760"/>
                </a:lnTo>
                <a:lnTo>
                  <a:pt x="151063" y="96679"/>
                </a:lnTo>
                <a:close/>
                <a:moveTo>
                  <a:pt x="151691" y="88509"/>
                </a:moveTo>
                <a:lnTo>
                  <a:pt x="159640" y="83887"/>
                </a:lnTo>
                <a:lnTo>
                  <a:pt x="166369" y="87806"/>
                </a:lnTo>
                <a:lnTo>
                  <a:pt x="158420" y="92427"/>
                </a:lnTo>
                <a:close/>
                <a:moveTo>
                  <a:pt x="160194" y="83591"/>
                </a:moveTo>
                <a:lnTo>
                  <a:pt x="166960" y="79673"/>
                </a:lnTo>
                <a:lnTo>
                  <a:pt x="173726" y="83555"/>
                </a:lnTo>
                <a:lnTo>
                  <a:pt x="166923" y="87473"/>
                </a:lnTo>
                <a:close/>
                <a:moveTo>
                  <a:pt x="158974" y="74423"/>
                </a:moveTo>
                <a:lnTo>
                  <a:pt x="166923" y="69801"/>
                </a:lnTo>
                <a:lnTo>
                  <a:pt x="174909" y="74423"/>
                </a:lnTo>
                <a:lnTo>
                  <a:pt x="166960" y="79044"/>
                </a:lnTo>
                <a:close/>
                <a:moveTo>
                  <a:pt x="160194" y="65254"/>
                </a:moveTo>
                <a:lnTo>
                  <a:pt x="166960" y="61335"/>
                </a:lnTo>
                <a:lnTo>
                  <a:pt x="173726" y="65217"/>
                </a:lnTo>
                <a:lnTo>
                  <a:pt x="166923" y="69136"/>
                </a:lnTo>
                <a:close/>
                <a:moveTo>
                  <a:pt x="158974" y="56048"/>
                </a:moveTo>
                <a:lnTo>
                  <a:pt x="166923" y="51427"/>
                </a:lnTo>
                <a:lnTo>
                  <a:pt x="174909" y="56048"/>
                </a:lnTo>
                <a:lnTo>
                  <a:pt x="166960" y="60670"/>
                </a:lnTo>
                <a:close/>
                <a:moveTo>
                  <a:pt x="158420" y="55753"/>
                </a:moveTo>
                <a:lnTo>
                  <a:pt x="151691" y="51871"/>
                </a:lnTo>
                <a:lnTo>
                  <a:pt x="159677" y="47249"/>
                </a:lnTo>
                <a:lnTo>
                  <a:pt x="166406" y="51131"/>
                </a:lnTo>
                <a:close/>
                <a:moveTo>
                  <a:pt x="151137" y="51501"/>
                </a:moveTo>
                <a:lnTo>
                  <a:pt x="143114" y="46880"/>
                </a:lnTo>
                <a:lnTo>
                  <a:pt x="151137" y="42258"/>
                </a:lnTo>
                <a:lnTo>
                  <a:pt x="159122" y="46880"/>
                </a:lnTo>
                <a:close/>
                <a:moveTo>
                  <a:pt x="144334" y="37711"/>
                </a:moveTo>
                <a:lnTo>
                  <a:pt x="151063" y="33792"/>
                </a:lnTo>
                <a:lnTo>
                  <a:pt x="157828" y="37674"/>
                </a:lnTo>
                <a:lnTo>
                  <a:pt x="151063" y="41593"/>
                </a:lnTo>
                <a:close/>
                <a:moveTo>
                  <a:pt x="143779" y="37378"/>
                </a:moveTo>
                <a:lnTo>
                  <a:pt x="135757" y="32757"/>
                </a:lnTo>
                <a:lnTo>
                  <a:pt x="142522" y="28838"/>
                </a:lnTo>
                <a:lnTo>
                  <a:pt x="150508" y="33459"/>
                </a:lnTo>
                <a:close/>
                <a:moveTo>
                  <a:pt x="135202" y="32387"/>
                </a:moveTo>
                <a:lnTo>
                  <a:pt x="128474" y="28505"/>
                </a:lnTo>
                <a:lnTo>
                  <a:pt x="135202" y="24623"/>
                </a:lnTo>
                <a:lnTo>
                  <a:pt x="141968" y="28505"/>
                </a:lnTo>
                <a:close/>
                <a:moveTo>
                  <a:pt x="134611" y="32720"/>
                </a:moveTo>
                <a:lnTo>
                  <a:pt x="126625" y="37341"/>
                </a:lnTo>
                <a:lnTo>
                  <a:pt x="119896" y="33459"/>
                </a:lnTo>
                <a:lnTo>
                  <a:pt x="127882" y="28838"/>
                </a:lnTo>
                <a:close/>
                <a:moveTo>
                  <a:pt x="119379" y="33126"/>
                </a:moveTo>
                <a:lnTo>
                  <a:pt x="111393" y="28505"/>
                </a:lnTo>
                <a:lnTo>
                  <a:pt x="119379" y="23884"/>
                </a:lnTo>
                <a:lnTo>
                  <a:pt x="127364" y="28505"/>
                </a:lnTo>
                <a:close/>
                <a:moveTo>
                  <a:pt x="118787" y="33459"/>
                </a:moveTo>
                <a:lnTo>
                  <a:pt x="112022" y="37341"/>
                </a:lnTo>
                <a:lnTo>
                  <a:pt x="104036" y="32720"/>
                </a:lnTo>
                <a:lnTo>
                  <a:pt x="110765" y="28838"/>
                </a:lnTo>
                <a:close/>
                <a:moveTo>
                  <a:pt x="103481" y="32387"/>
                </a:moveTo>
                <a:lnTo>
                  <a:pt x="96716" y="28505"/>
                </a:lnTo>
                <a:lnTo>
                  <a:pt x="103481" y="24623"/>
                </a:lnTo>
                <a:lnTo>
                  <a:pt x="110210" y="28505"/>
                </a:lnTo>
                <a:close/>
                <a:moveTo>
                  <a:pt x="96161" y="28209"/>
                </a:moveTo>
                <a:lnTo>
                  <a:pt x="88175" y="23588"/>
                </a:lnTo>
                <a:lnTo>
                  <a:pt x="94941" y="19706"/>
                </a:lnTo>
                <a:lnTo>
                  <a:pt x="102927" y="24327"/>
                </a:lnTo>
                <a:close/>
                <a:moveTo>
                  <a:pt x="95607" y="28505"/>
                </a:moveTo>
                <a:lnTo>
                  <a:pt x="87621" y="33126"/>
                </a:lnTo>
                <a:lnTo>
                  <a:pt x="79635" y="28505"/>
                </a:lnTo>
                <a:lnTo>
                  <a:pt x="87621" y="23884"/>
                </a:lnTo>
                <a:close/>
                <a:moveTo>
                  <a:pt x="79044" y="28209"/>
                </a:moveTo>
                <a:lnTo>
                  <a:pt x="72278" y="24327"/>
                </a:lnTo>
                <a:lnTo>
                  <a:pt x="80264" y="19706"/>
                </a:lnTo>
                <a:lnTo>
                  <a:pt x="87029" y="23588"/>
                </a:lnTo>
                <a:close/>
                <a:moveTo>
                  <a:pt x="78489" y="28505"/>
                </a:moveTo>
                <a:lnTo>
                  <a:pt x="71724" y="32387"/>
                </a:lnTo>
                <a:lnTo>
                  <a:pt x="64995" y="28468"/>
                </a:lnTo>
                <a:lnTo>
                  <a:pt x="71724" y="24586"/>
                </a:lnTo>
                <a:close/>
                <a:moveTo>
                  <a:pt x="71169" y="32720"/>
                </a:moveTo>
                <a:lnTo>
                  <a:pt x="63183" y="37341"/>
                </a:lnTo>
                <a:lnTo>
                  <a:pt x="56418" y="33422"/>
                </a:lnTo>
                <a:lnTo>
                  <a:pt x="64440" y="28801"/>
                </a:lnTo>
                <a:close/>
                <a:moveTo>
                  <a:pt x="62629" y="37711"/>
                </a:moveTo>
                <a:lnTo>
                  <a:pt x="55863" y="41593"/>
                </a:lnTo>
                <a:lnTo>
                  <a:pt x="49134" y="37674"/>
                </a:lnTo>
                <a:lnTo>
                  <a:pt x="55863" y="33792"/>
                </a:lnTo>
                <a:close/>
                <a:moveTo>
                  <a:pt x="55309" y="41925"/>
                </a:moveTo>
                <a:lnTo>
                  <a:pt x="47323" y="46547"/>
                </a:lnTo>
                <a:lnTo>
                  <a:pt x="40520" y="42628"/>
                </a:lnTo>
                <a:lnTo>
                  <a:pt x="48543" y="38007"/>
                </a:lnTo>
                <a:close/>
                <a:moveTo>
                  <a:pt x="46731" y="46880"/>
                </a:moveTo>
                <a:lnTo>
                  <a:pt x="39966" y="50761"/>
                </a:lnTo>
                <a:lnTo>
                  <a:pt x="33200" y="46806"/>
                </a:lnTo>
                <a:lnTo>
                  <a:pt x="39929" y="42924"/>
                </a:lnTo>
                <a:close/>
                <a:moveTo>
                  <a:pt x="47988" y="56048"/>
                </a:moveTo>
                <a:lnTo>
                  <a:pt x="39966" y="60670"/>
                </a:lnTo>
                <a:lnTo>
                  <a:pt x="32017" y="56048"/>
                </a:lnTo>
                <a:lnTo>
                  <a:pt x="40040" y="51427"/>
                </a:lnTo>
                <a:close/>
                <a:moveTo>
                  <a:pt x="39411" y="61002"/>
                </a:moveTo>
                <a:lnTo>
                  <a:pt x="32682" y="64884"/>
                </a:lnTo>
                <a:lnTo>
                  <a:pt x="24734" y="60263"/>
                </a:lnTo>
                <a:lnTo>
                  <a:pt x="31462" y="56381"/>
                </a:lnTo>
                <a:close/>
                <a:moveTo>
                  <a:pt x="32128" y="65217"/>
                </a:moveTo>
                <a:lnTo>
                  <a:pt x="24142" y="69838"/>
                </a:lnTo>
                <a:lnTo>
                  <a:pt x="16193" y="65217"/>
                </a:lnTo>
                <a:lnTo>
                  <a:pt x="24179" y="60596"/>
                </a:lnTo>
                <a:close/>
                <a:moveTo>
                  <a:pt x="30871" y="74423"/>
                </a:moveTo>
                <a:lnTo>
                  <a:pt x="24142" y="78342"/>
                </a:lnTo>
                <a:lnTo>
                  <a:pt x="17340" y="74423"/>
                </a:lnTo>
                <a:lnTo>
                  <a:pt x="24068" y="70541"/>
                </a:lnTo>
                <a:close/>
                <a:moveTo>
                  <a:pt x="32091" y="83555"/>
                </a:moveTo>
                <a:lnTo>
                  <a:pt x="24068" y="88176"/>
                </a:lnTo>
                <a:lnTo>
                  <a:pt x="16120" y="83591"/>
                </a:lnTo>
                <a:lnTo>
                  <a:pt x="24142" y="78970"/>
                </a:lnTo>
                <a:close/>
                <a:moveTo>
                  <a:pt x="32682" y="83887"/>
                </a:moveTo>
                <a:lnTo>
                  <a:pt x="39485" y="87806"/>
                </a:lnTo>
                <a:lnTo>
                  <a:pt x="31462" y="92427"/>
                </a:lnTo>
                <a:lnTo>
                  <a:pt x="24697" y="88509"/>
                </a:lnTo>
                <a:close/>
                <a:moveTo>
                  <a:pt x="40040" y="88139"/>
                </a:moveTo>
                <a:lnTo>
                  <a:pt x="47988" y="92760"/>
                </a:lnTo>
                <a:lnTo>
                  <a:pt x="39966" y="97382"/>
                </a:lnTo>
                <a:lnTo>
                  <a:pt x="32017" y="92797"/>
                </a:lnTo>
                <a:close/>
                <a:moveTo>
                  <a:pt x="46768" y="101966"/>
                </a:moveTo>
                <a:lnTo>
                  <a:pt x="40040" y="105885"/>
                </a:lnTo>
                <a:lnTo>
                  <a:pt x="33237" y="101966"/>
                </a:lnTo>
                <a:lnTo>
                  <a:pt x="39966" y="98010"/>
                </a:lnTo>
                <a:close/>
                <a:moveTo>
                  <a:pt x="47323" y="102262"/>
                </a:moveTo>
                <a:lnTo>
                  <a:pt x="55272" y="106846"/>
                </a:lnTo>
                <a:lnTo>
                  <a:pt x="48469" y="110765"/>
                </a:lnTo>
                <a:lnTo>
                  <a:pt x="40520" y="106218"/>
                </a:lnTo>
                <a:close/>
                <a:moveTo>
                  <a:pt x="55826" y="107216"/>
                </a:moveTo>
                <a:lnTo>
                  <a:pt x="62629" y="111135"/>
                </a:lnTo>
                <a:lnTo>
                  <a:pt x="55826" y="115054"/>
                </a:lnTo>
                <a:lnTo>
                  <a:pt x="49023" y="111135"/>
                </a:lnTo>
                <a:close/>
                <a:moveTo>
                  <a:pt x="63220" y="111467"/>
                </a:moveTo>
                <a:lnTo>
                  <a:pt x="71169" y="116052"/>
                </a:lnTo>
                <a:lnTo>
                  <a:pt x="64366" y="119971"/>
                </a:lnTo>
                <a:lnTo>
                  <a:pt x="56418" y="115386"/>
                </a:lnTo>
                <a:close/>
                <a:moveTo>
                  <a:pt x="71724" y="116385"/>
                </a:moveTo>
                <a:lnTo>
                  <a:pt x="78526" y="120303"/>
                </a:lnTo>
                <a:lnTo>
                  <a:pt x="71724" y="124222"/>
                </a:lnTo>
                <a:lnTo>
                  <a:pt x="64921" y="120303"/>
                </a:lnTo>
                <a:close/>
                <a:moveTo>
                  <a:pt x="72278" y="116052"/>
                </a:moveTo>
                <a:lnTo>
                  <a:pt x="80227" y="111430"/>
                </a:lnTo>
                <a:lnTo>
                  <a:pt x="87029" y="115349"/>
                </a:lnTo>
                <a:lnTo>
                  <a:pt x="79081" y="119971"/>
                </a:lnTo>
                <a:close/>
                <a:moveTo>
                  <a:pt x="87621" y="115682"/>
                </a:moveTo>
                <a:lnTo>
                  <a:pt x="95570" y="120303"/>
                </a:lnTo>
                <a:lnTo>
                  <a:pt x="87621" y="124925"/>
                </a:lnTo>
                <a:lnTo>
                  <a:pt x="79672" y="120340"/>
                </a:lnTo>
                <a:close/>
                <a:moveTo>
                  <a:pt x="88175" y="115349"/>
                </a:moveTo>
                <a:lnTo>
                  <a:pt x="94978" y="111430"/>
                </a:lnTo>
                <a:lnTo>
                  <a:pt x="102927" y="116052"/>
                </a:lnTo>
                <a:lnTo>
                  <a:pt x="96124" y="119971"/>
                </a:lnTo>
                <a:close/>
                <a:moveTo>
                  <a:pt x="103481" y="116385"/>
                </a:moveTo>
                <a:lnTo>
                  <a:pt x="110247" y="120303"/>
                </a:lnTo>
                <a:lnTo>
                  <a:pt x="103481" y="124222"/>
                </a:lnTo>
                <a:lnTo>
                  <a:pt x="96679" y="120303"/>
                </a:lnTo>
                <a:close/>
                <a:moveTo>
                  <a:pt x="104036" y="116052"/>
                </a:moveTo>
                <a:lnTo>
                  <a:pt x="111985" y="111430"/>
                </a:lnTo>
                <a:lnTo>
                  <a:pt x="118787" y="115349"/>
                </a:lnTo>
                <a:lnTo>
                  <a:pt x="110839" y="119971"/>
                </a:lnTo>
                <a:close/>
                <a:moveTo>
                  <a:pt x="119342" y="115682"/>
                </a:moveTo>
                <a:lnTo>
                  <a:pt x="127290" y="120303"/>
                </a:lnTo>
                <a:lnTo>
                  <a:pt x="119342" y="124888"/>
                </a:lnTo>
                <a:lnTo>
                  <a:pt x="111393" y="120229"/>
                </a:lnTo>
                <a:close/>
                <a:moveTo>
                  <a:pt x="119896" y="115349"/>
                </a:moveTo>
                <a:lnTo>
                  <a:pt x="126662" y="111430"/>
                </a:lnTo>
                <a:lnTo>
                  <a:pt x="134611" y="116052"/>
                </a:lnTo>
                <a:lnTo>
                  <a:pt x="127808" y="119971"/>
                </a:lnTo>
                <a:close/>
                <a:moveTo>
                  <a:pt x="127290" y="111098"/>
                </a:moveTo>
                <a:lnTo>
                  <a:pt x="135202" y="106476"/>
                </a:lnTo>
                <a:lnTo>
                  <a:pt x="143151" y="111098"/>
                </a:lnTo>
                <a:lnTo>
                  <a:pt x="135202" y="115682"/>
                </a:lnTo>
                <a:close/>
                <a:moveTo>
                  <a:pt x="143742" y="111467"/>
                </a:moveTo>
                <a:lnTo>
                  <a:pt x="150508" y="115386"/>
                </a:lnTo>
                <a:lnTo>
                  <a:pt x="142559" y="119971"/>
                </a:lnTo>
                <a:lnTo>
                  <a:pt x="135794" y="116052"/>
                </a:lnTo>
                <a:close/>
                <a:moveTo>
                  <a:pt x="144297" y="111135"/>
                </a:moveTo>
                <a:lnTo>
                  <a:pt x="151063" y="107216"/>
                </a:lnTo>
                <a:lnTo>
                  <a:pt x="157865" y="111135"/>
                </a:lnTo>
                <a:lnTo>
                  <a:pt x="151063" y="115054"/>
                </a:lnTo>
                <a:close/>
                <a:moveTo>
                  <a:pt x="151691" y="106846"/>
                </a:moveTo>
                <a:lnTo>
                  <a:pt x="159640" y="102262"/>
                </a:lnTo>
                <a:lnTo>
                  <a:pt x="166369" y="106218"/>
                </a:lnTo>
                <a:lnTo>
                  <a:pt x="158420" y="110765"/>
                </a:lnTo>
                <a:close/>
                <a:moveTo>
                  <a:pt x="151617" y="97012"/>
                </a:moveTo>
                <a:lnTo>
                  <a:pt x="158420" y="93093"/>
                </a:lnTo>
                <a:lnTo>
                  <a:pt x="166406" y="97714"/>
                </a:lnTo>
                <a:lnTo>
                  <a:pt x="159640" y="101633"/>
                </a:lnTo>
                <a:close/>
                <a:moveTo>
                  <a:pt x="158974" y="92760"/>
                </a:moveTo>
                <a:lnTo>
                  <a:pt x="166923" y="88139"/>
                </a:lnTo>
                <a:lnTo>
                  <a:pt x="174909" y="92760"/>
                </a:lnTo>
                <a:lnTo>
                  <a:pt x="166960" y="97345"/>
                </a:lnTo>
                <a:close/>
                <a:moveTo>
                  <a:pt x="167478" y="87806"/>
                </a:moveTo>
                <a:lnTo>
                  <a:pt x="174280" y="83887"/>
                </a:lnTo>
                <a:lnTo>
                  <a:pt x="182266" y="88509"/>
                </a:lnTo>
                <a:lnTo>
                  <a:pt x="175463" y="92427"/>
                </a:lnTo>
                <a:close/>
                <a:moveTo>
                  <a:pt x="174280" y="83222"/>
                </a:moveTo>
                <a:lnTo>
                  <a:pt x="167515" y="79340"/>
                </a:lnTo>
                <a:lnTo>
                  <a:pt x="175463" y="74719"/>
                </a:lnTo>
                <a:lnTo>
                  <a:pt x="182229" y="78600"/>
                </a:lnTo>
                <a:close/>
                <a:moveTo>
                  <a:pt x="167478" y="69469"/>
                </a:moveTo>
                <a:lnTo>
                  <a:pt x="174280" y="65550"/>
                </a:lnTo>
                <a:lnTo>
                  <a:pt x="182266" y="70171"/>
                </a:lnTo>
                <a:lnTo>
                  <a:pt x="175463" y="74090"/>
                </a:lnTo>
                <a:close/>
                <a:moveTo>
                  <a:pt x="174280" y="64884"/>
                </a:moveTo>
                <a:lnTo>
                  <a:pt x="167515" y="61002"/>
                </a:lnTo>
                <a:lnTo>
                  <a:pt x="175463" y="56381"/>
                </a:lnTo>
                <a:lnTo>
                  <a:pt x="182229" y="60263"/>
                </a:lnTo>
                <a:close/>
                <a:moveTo>
                  <a:pt x="167478" y="51131"/>
                </a:moveTo>
                <a:lnTo>
                  <a:pt x="174280" y="47175"/>
                </a:lnTo>
                <a:lnTo>
                  <a:pt x="182266" y="51797"/>
                </a:lnTo>
                <a:lnTo>
                  <a:pt x="175463" y="55753"/>
                </a:lnTo>
                <a:close/>
                <a:moveTo>
                  <a:pt x="166923" y="50798"/>
                </a:moveTo>
                <a:lnTo>
                  <a:pt x="160194" y="46917"/>
                </a:lnTo>
                <a:lnTo>
                  <a:pt x="166960" y="42998"/>
                </a:lnTo>
                <a:lnTo>
                  <a:pt x="173726" y="46880"/>
                </a:lnTo>
                <a:close/>
                <a:moveTo>
                  <a:pt x="159640" y="46547"/>
                </a:moveTo>
                <a:lnTo>
                  <a:pt x="151617" y="41925"/>
                </a:lnTo>
                <a:lnTo>
                  <a:pt x="158383" y="38007"/>
                </a:lnTo>
                <a:lnTo>
                  <a:pt x="166369" y="42628"/>
                </a:lnTo>
                <a:close/>
                <a:moveTo>
                  <a:pt x="158383" y="37341"/>
                </a:moveTo>
                <a:lnTo>
                  <a:pt x="151617" y="33459"/>
                </a:lnTo>
                <a:lnTo>
                  <a:pt x="159640" y="28838"/>
                </a:lnTo>
                <a:lnTo>
                  <a:pt x="166369" y="32720"/>
                </a:lnTo>
                <a:close/>
                <a:moveTo>
                  <a:pt x="151137" y="33126"/>
                </a:moveTo>
                <a:lnTo>
                  <a:pt x="143114" y="28505"/>
                </a:lnTo>
                <a:lnTo>
                  <a:pt x="151137" y="23884"/>
                </a:lnTo>
                <a:lnTo>
                  <a:pt x="159122" y="28505"/>
                </a:lnTo>
                <a:close/>
                <a:moveTo>
                  <a:pt x="142522" y="28209"/>
                </a:moveTo>
                <a:lnTo>
                  <a:pt x="135757" y="24327"/>
                </a:lnTo>
                <a:lnTo>
                  <a:pt x="143779" y="19706"/>
                </a:lnTo>
                <a:lnTo>
                  <a:pt x="150508" y="23588"/>
                </a:lnTo>
                <a:close/>
                <a:moveTo>
                  <a:pt x="135202" y="23995"/>
                </a:moveTo>
                <a:lnTo>
                  <a:pt x="127217" y="19373"/>
                </a:lnTo>
                <a:lnTo>
                  <a:pt x="135202" y="14752"/>
                </a:lnTo>
                <a:lnTo>
                  <a:pt x="143225" y="19373"/>
                </a:lnTo>
                <a:close/>
                <a:moveTo>
                  <a:pt x="134685" y="24327"/>
                </a:moveTo>
                <a:lnTo>
                  <a:pt x="127919" y="28209"/>
                </a:lnTo>
                <a:lnTo>
                  <a:pt x="119933" y="23588"/>
                </a:lnTo>
                <a:lnTo>
                  <a:pt x="126662" y="19706"/>
                </a:lnTo>
                <a:close/>
                <a:moveTo>
                  <a:pt x="119342" y="23255"/>
                </a:moveTo>
                <a:lnTo>
                  <a:pt x="112576" y="19373"/>
                </a:lnTo>
                <a:lnTo>
                  <a:pt x="119342" y="15491"/>
                </a:lnTo>
                <a:lnTo>
                  <a:pt x="126070" y="19373"/>
                </a:lnTo>
                <a:close/>
                <a:moveTo>
                  <a:pt x="118787" y="23588"/>
                </a:moveTo>
                <a:lnTo>
                  <a:pt x="110765" y="28209"/>
                </a:lnTo>
                <a:lnTo>
                  <a:pt x="104036" y="24327"/>
                </a:lnTo>
                <a:lnTo>
                  <a:pt x="112022" y="19706"/>
                </a:lnTo>
                <a:close/>
                <a:moveTo>
                  <a:pt x="103481" y="23995"/>
                </a:moveTo>
                <a:lnTo>
                  <a:pt x="95459" y="19373"/>
                </a:lnTo>
                <a:lnTo>
                  <a:pt x="103481" y="14752"/>
                </a:lnTo>
                <a:lnTo>
                  <a:pt x="111467" y="19373"/>
                </a:lnTo>
                <a:close/>
                <a:moveTo>
                  <a:pt x="94941" y="19004"/>
                </a:moveTo>
                <a:lnTo>
                  <a:pt x="88175" y="15122"/>
                </a:lnTo>
                <a:lnTo>
                  <a:pt x="96161" y="10500"/>
                </a:lnTo>
                <a:lnTo>
                  <a:pt x="102927" y="14382"/>
                </a:lnTo>
                <a:close/>
                <a:moveTo>
                  <a:pt x="94313" y="19336"/>
                </a:moveTo>
                <a:lnTo>
                  <a:pt x="87584" y="23218"/>
                </a:lnTo>
                <a:lnTo>
                  <a:pt x="80818" y="19336"/>
                </a:lnTo>
                <a:lnTo>
                  <a:pt x="87584" y="15454"/>
                </a:lnTo>
                <a:close/>
                <a:moveTo>
                  <a:pt x="80338" y="19004"/>
                </a:moveTo>
                <a:lnTo>
                  <a:pt x="72315" y="14382"/>
                </a:lnTo>
                <a:lnTo>
                  <a:pt x="79081" y="10500"/>
                </a:lnTo>
                <a:lnTo>
                  <a:pt x="87066" y="15122"/>
                </a:lnTo>
                <a:close/>
                <a:moveTo>
                  <a:pt x="79709" y="19336"/>
                </a:moveTo>
                <a:lnTo>
                  <a:pt x="71724" y="23958"/>
                </a:lnTo>
                <a:lnTo>
                  <a:pt x="63738" y="19336"/>
                </a:lnTo>
                <a:lnTo>
                  <a:pt x="71724" y="14715"/>
                </a:lnTo>
                <a:close/>
                <a:moveTo>
                  <a:pt x="71169" y="24327"/>
                </a:moveTo>
                <a:lnTo>
                  <a:pt x="64440" y="28209"/>
                </a:lnTo>
                <a:lnTo>
                  <a:pt x="56418" y="23588"/>
                </a:lnTo>
                <a:lnTo>
                  <a:pt x="63183" y="19706"/>
                </a:lnTo>
                <a:close/>
                <a:moveTo>
                  <a:pt x="63886" y="28505"/>
                </a:moveTo>
                <a:lnTo>
                  <a:pt x="55863" y="33126"/>
                </a:lnTo>
                <a:lnTo>
                  <a:pt x="47877" y="28505"/>
                </a:lnTo>
                <a:lnTo>
                  <a:pt x="55863" y="23884"/>
                </a:lnTo>
                <a:close/>
                <a:moveTo>
                  <a:pt x="55272" y="33459"/>
                </a:moveTo>
                <a:lnTo>
                  <a:pt x="48543" y="37341"/>
                </a:lnTo>
                <a:lnTo>
                  <a:pt x="40520" y="32720"/>
                </a:lnTo>
                <a:lnTo>
                  <a:pt x="47286" y="28838"/>
                </a:lnTo>
                <a:close/>
                <a:moveTo>
                  <a:pt x="47988" y="37674"/>
                </a:moveTo>
                <a:lnTo>
                  <a:pt x="39966" y="42295"/>
                </a:lnTo>
                <a:lnTo>
                  <a:pt x="31980" y="37711"/>
                </a:lnTo>
                <a:lnTo>
                  <a:pt x="39966" y="33089"/>
                </a:lnTo>
                <a:close/>
                <a:moveTo>
                  <a:pt x="39411" y="42665"/>
                </a:moveTo>
                <a:lnTo>
                  <a:pt x="32682" y="46547"/>
                </a:lnTo>
                <a:lnTo>
                  <a:pt x="24734" y="41925"/>
                </a:lnTo>
                <a:lnTo>
                  <a:pt x="31462" y="38044"/>
                </a:lnTo>
                <a:close/>
                <a:moveTo>
                  <a:pt x="39485" y="51131"/>
                </a:moveTo>
                <a:lnTo>
                  <a:pt x="31462" y="55753"/>
                </a:lnTo>
                <a:lnTo>
                  <a:pt x="24697" y="51797"/>
                </a:lnTo>
                <a:lnTo>
                  <a:pt x="32682" y="47175"/>
                </a:lnTo>
                <a:close/>
                <a:moveTo>
                  <a:pt x="30871" y="56048"/>
                </a:moveTo>
                <a:lnTo>
                  <a:pt x="24142" y="59930"/>
                </a:lnTo>
                <a:lnTo>
                  <a:pt x="17340" y="56011"/>
                </a:lnTo>
                <a:lnTo>
                  <a:pt x="24068" y="52129"/>
                </a:lnTo>
                <a:close/>
                <a:moveTo>
                  <a:pt x="23588" y="60263"/>
                </a:moveTo>
                <a:lnTo>
                  <a:pt x="15565" y="64884"/>
                </a:lnTo>
                <a:lnTo>
                  <a:pt x="8799" y="60965"/>
                </a:lnTo>
                <a:lnTo>
                  <a:pt x="16785" y="56344"/>
                </a:lnTo>
                <a:close/>
                <a:moveTo>
                  <a:pt x="15565" y="65587"/>
                </a:moveTo>
                <a:lnTo>
                  <a:pt x="23514" y="70208"/>
                </a:lnTo>
                <a:lnTo>
                  <a:pt x="16785" y="74090"/>
                </a:lnTo>
                <a:lnTo>
                  <a:pt x="8836" y="69469"/>
                </a:lnTo>
                <a:close/>
                <a:moveTo>
                  <a:pt x="23588" y="78674"/>
                </a:moveTo>
                <a:lnTo>
                  <a:pt x="15565" y="83296"/>
                </a:lnTo>
                <a:lnTo>
                  <a:pt x="8799" y="79340"/>
                </a:lnTo>
                <a:lnTo>
                  <a:pt x="16785" y="74719"/>
                </a:lnTo>
                <a:close/>
                <a:moveTo>
                  <a:pt x="15565" y="83924"/>
                </a:moveTo>
                <a:lnTo>
                  <a:pt x="23514" y="88509"/>
                </a:lnTo>
                <a:lnTo>
                  <a:pt x="16785" y="92391"/>
                </a:lnTo>
                <a:lnTo>
                  <a:pt x="8836" y="87806"/>
                </a:lnTo>
                <a:close/>
                <a:moveTo>
                  <a:pt x="24068" y="88841"/>
                </a:moveTo>
                <a:lnTo>
                  <a:pt x="30871" y="92760"/>
                </a:lnTo>
                <a:lnTo>
                  <a:pt x="24142" y="96679"/>
                </a:lnTo>
                <a:lnTo>
                  <a:pt x="17340" y="92760"/>
                </a:lnTo>
                <a:close/>
                <a:moveTo>
                  <a:pt x="31462" y="93130"/>
                </a:moveTo>
                <a:lnTo>
                  <a:pt x="39411" y="97677"/>
                </a:lnTo>
                <a:lnTo>
                  <a:pt x="32682" y="101633"/>
                </a:lnTo>
                <a:lnTo>
                  <a:pt x="24734" y="97049"/>
                </a:lnTo>
                <a:close/>
                <a:moveTo>
                  <a:pt x="39485" y="106218"/>
                </a:moveTo>
                <a:lnTo>
                  <a:pt x="31462" y="110839"/>
                </a:lnTo>
                <a:lnTo>
                  <a:pt x="24697" y="106883"/>
                </a:lnTo>
                <a:lnTo>
                  <a:pt x="32682" y="102262"/>
                </a:lnTo>
                <a:close/>
                <a:moveTo>
                  <a:pt x="40040" y="106513"/>
                </a:moveTo>
                <a:lnTo>
                  <a:pt x="47988" y="111098"/>
                </a:lnTo>
                <a:lnTo>
                  <a:pt x="39966" y="115719"/>
                </a:lnTo>
                <a:lnTo>
                  <a:pt x="32017" y="111135"/>
                </a:lnTo>
                <a:close/>
                <a:moveTo>
                  <a:pt x="48543" y="111430"/>
                </a:moveTo>
                <a:lnTo>
                  <a:pt x="55309" y="115349"/>
                </a:lnTo>
                <a:lnTo>
                  <a:pt x="47360" y="119971"/>
                </a:lnTo>
                <a:lnTo>
                  <a:pt x="40594" y="116052"/>
                </a:lnTo>
                <a:close/>
                <a:moveTo>
                  <a:pt x="55863" y="115682"/>
                </a:moveTo>
                <a:lnTo>
                  <a:pt x="63812" y="120229"/>
                </a:lnTo>
                <a:lnTo>
                  <a:pt x="55863" y="124888"/>
                </a:lnTo>
                <a:lnTo>
                  <a:pt x="47914" y="120303"/>
                </a:lnTo>
                <a:close/>
                <a:moveTo>
                  <a:pt x="64366" y="120599"/>
                </a:moveTo>
                <a:lnTo>
                  <a:pt x="71169" y="124555"/>
                </a:lnTo>
                <a:lnTo>
                  <a:pt x="63220" y="129176"/>
                </a:lnTo>
                <a:lnTo>
                  <a:pt x="56418" y="125257"/>
                </a:lnTo>
                <a:close/>
                <a:moveTo>
                  <a:pt x="71724" y="124888"/>
                </a:moveTo>
                <a:lnTo>
                  <a:pt x="79672" y="129435"/>
                </a:lnTo>
                <a:lnTo>
                  <a:pt x="71724" y="134057"/>
                </a:lnTo>
                <a:lnTo>
                  <a:pt x="63775" y="129509"/>
                </a:lnTo>
                <a:close/>
                <a:moveTo>
                  <a:pt x="72315" y="124555"/>
                </a:moveTo>
                <a:lnTo>
                  <a:pt x="79118" y="120599"/>
                </a:lnTo>
                <a:lnTo>
                  <a:pt x="87066" y="125184"/>
                </a:lnTo>
                <a:lnTo>
                  <a:pt x="80264" y="129102"/>
                </a:lnTo>
                <a:close/>
                <a:moveTo>
                  <a:pt x="87584" y="125553"/>
                </a:moveTo>
                <a:lnTo>
                  <a:pt x="94387" y="129509"/>
                </a:lnTo>
                <a:lnTo>
                  <a:pt x="87584" y="133428"/>
                </a:lnTo>
                <a:lnTo>
                  <a:pt x="80781" y="129509"/>
                </a:lnTo>
                <a:close/>
                <a:moveTo>
                  <a:pt x="88175" y="125257"/>
                </a:moveTo>
                <a:lnTo>
                  <a:pt x="96124" y="120599"/>
                </a:lnTo>
                <a:lnTo>
                  <a:pt x="102927" y="124555"/>
                </a:lnTo>
                <a:lnTo>
                  <a:pt x="94978" y="129176"/>
                </a:lnTo>
                <a:close/>
                <a:moveTo>
                  <a:pt x="103481" y="124888"/>
                </a:moveTo>
                <a:lnTo>
                  <a:pt x="111430" y="129509"/>
                </a:lnTo>
                <a:lnTo>
                  <a:pt x="103481" y="134057"/>
                </a:lnTo>
                <a:lnTo>
                  <a:pt x="95533" y="129509"/>
                </a:lnTo>
                <a:close/>
                <a:moveTo>
                  <a:pt x="104036" y="124555"/>
                </a:moveTo>
                <a:lnTo>
                  <a:pt x="110839" y="120599"/>
                </a:lnTo>
                <a:lnTo>
                  <a:pt x="118787" y="125257"/>
                </a:lnTo>
                <a:lnTo>
                  <a:pt x="111985" y="129176"/>
                </a:lnTo>
                <a:close/>
                <a:moveTo>
                  <a:pt x="119379" y="125553"/>
                </a:moveTo>
                <a:lnTo>
                  <a:pt x="126181" y="129509"/>
                </a:lnTo>
                <a:lnTo>
                  <a:pt x="119379" y="133428"/>
                </a:lnTo>
                <a:lnTo>
                  <a:pt x="112576" y="129509"/>
                </a:lnTo>
                <a:close/>
                <a:moveTo>
                  <a:pt x="119933" y="125257"/>
                </a:moveTo>
                <a:lnTo>
                  <a:pt x="127882" y="120673"/>
                </a:lnTo>
                <a:lnTo>
                  <a:pt x="134685" y="124592"/>
                </a:lnTo>
                <a:lnTo>
                  <a:pt x="126736" y="129176"/>
                </a:lnTo>
                <a:close/>
                <a:moveTo>
                  <a:pt x="128437" y="120303"/>
                </a:moveTo>
                <a:lnTo>
                  <a:pt x="135202" y="116385"/>
                </a:lnTo>
                <a:lnTo>
                  <a:pt x="142005" y="120303"/>
                </a:lnTo>
                <a:lnTo>
                  <a:pt x="135202" y="124222"/>
                </a:lnTo>
                <a:close/>
                <a:moveTo>
                  <a:pt x="142559" y="120599"/>
                </a:moveTo>
                <a:lnTo>
                  <a:pt x="150508" y="125257"/>
                </a:lnTo>
                <a:lnTo>
                  <a:pt x="143742" y="129176"/>
                </a:lnTo>
                <a:lnTo>
                  <a:pt x="135794" y="124555"/>
                </a:lnTo>
                <a:close/>
                <a:moveTo>
                  <a:pt x="143114" y="120303"/>
                </a:moveTo>
                <a:lnTo>
                  <a:pt x="151063" y="115719"/>
                </a:lnTo>
                <a:lnTo>
                  <a:pt x="159011" y="120340"/>
                </a:lnTo>
                <a:lnTo>
                  <a:pt x="151063" y="124925"/>
                </a:lnTo>
                <a:close/>
                <a:moveTo>
                  <a:pt x="151617" y="115349"/>
                </a:moveTo>
                <a:lnTo>
                  <a:pt x="158420" y="111430"/>
                </a:lnTo>
                <a:lnTo>
                  <a:pt x="166406" y="116052"/>
                </a:lnTo>
                <a:lnTo>
                  <a:pt x="159640" y="119971"/>
                </a:lnTo>
                <a:close/>
                <a:moveTo>
                  <a:pt x="158974" y="111098"/>
                </a:moveTo>
                <a:lnTo>
                  <a:pt x="166923" y="106513"/>
                </a:lnTo>
                <a:lnTo>
                  <a:pt x="174909" y="111135"/>
                </a:lnTo>
                <a:lnTo>
                  <a:pt x="166960" y="115719"/>
                </a:lnTo>
                <a:close/>
                <a:moveTo>
                  <a:pt x="160194" y="101966"/>
                </a:moveTo>
                <a:lnTo>
                  <a:pt x="166960" y="98010"/>
                </a:lnTo>
                <a:lnTo>
                  <a:pt x="173726" y="101966"/>
                </a:lnTo>
                <a:lnTo>
                  <a:pt x="166923" y="105885"/>
                </a:lnTo>
                <a:close/>
                <a:moveTo>
                  <a:pt x="167515" y="97714"/>
                </a:moveTo>
                <a:lnTo>
                  <a:pt x="175463" y="93130"/>
                </a:lnTo>
                <a:lnTo>
                  <a:pt x="182229" y="97049"/>
                </a:lnTo>
                <a:lnTo>
                  <a:pt x="174280" y="101633"/>
                </a:lnTo>
                <a:close/>
                <a:moveTo>
                  <a:pt x="176018" y="92760"/>
                </a:moveTo>
                <a:lnTo>
                  <a:pt x="182820" y="88841"/>
                </a:lnTo>
                <a:lnTo>
                  <a:pt x="189586" y="92723"/>
                </a:lnTo>
                <a:lnTo>
                  <a:pt x="182784" y="96642"/>
                </a:lnTo>
                <a:close/>
                <a:moveTo>
                  <a:pt x="174872" y="83555"/>
                </a:moveTo>
                <a:lnTo>
                  <a:pt x="182820" y="78933"/>
                </a:lnTo>
                <a:lnTo>
                  <a:pt x="190806" y="83555"/>
                </a:lnTo>
                <a:lnTo>
                  <a:pt x="182857" y="88139"/>
                </a:lnTo>
                <a:close/>
                <a:moveTo>
                  <a:pt x="176092" y="74423"/>
                </a:moveTo>
                <a:lnTo>
                  <a:pt x="182857" y="70467"/>
                </a:lnTo>
                <a:lnTo>
                  <a:pt x="189623" y="74349"/>
                </a:lnTo>
                <a:lnTo>
                  <a:pt x="182820" y="78305"/>
                </a:lnTo>
                <a:close/>
                <a:moveTo>
                  <a:pt x="174835" y="65217"/>
                </a:moveTo>
                <a:lnTo>
                  <a:pt x="182784" y="60596"/>
                </a:lnTo>
                <a:lnTo>
                  <a:pt x="190769" y="65217"/>
                </a:lnTo>
                <a:lnTo>
                  <a:pt x="182820" y="69838"/>
                </a:lnTo>
                <a:close/>
                <a:moveTo>
                  <a:pt x="190806" y="46880"/>
                </a:moveTo>
                <a:lnTo>
                  <a:pt x="182857" y="51501"/>
                </a:lnTo>
                <a:lnTo>
                  <a:pt x="174872" y="46880"/>
                </a:lnTo>
                <a:lnTo>
                  <a:pt x="182820" y="42258"/>
                </a:lnTo>
                <a:close/>
                <a:moveTo>
                  <a:pt x="182229" y="41925"/>
                </a:moveTo>
                <a:lnTo>
                  <a:pt x="174280" y="46547"/>
                </a:lnTo>
                <a:lnTo>
                  <a:pt x="167515" y="42665"/>
                </a:lnTo>
                <a:lnTo>
                  <a:pt x="175537" y="38044"/>
                </a:lnTo>
                <a:close/>
                <a:moveTo>
                  <a:pt x="174983" y="37711"/>
                </a:moveTo>
                <a:lnTo>
                  <a:pt x="166960" y="42332"/>
                </a:lnTo>
                <a:lnTo>
                  <a:pt x="158974" y="37711"/>
                </a:lnTo>
                <a:lnTo>
                  <a:pt x="166960" y="33089"/>
                </a:lnTo>
                <a:close/>
                <a:moveTo>
                  <a:pt x="173726" y="28505"/>
                </a:moveTo>
                <a:lnTo>
                  <a:pt x="166960" y="32461"/>
                </a:lnTo>
                <a:lnTo>
                  <a:pt x="160231" y="28542"/>
                </a:lnTo>
                <a:lnTo>
                  <a:pt x="166960" y="24623"/>
                </a:lnTo>
                <a:close/>
                <a:moveTo>
                  <a:pt x="158383" y="19632"/>
                </a:moveTo>
                <a:lnTo>
                  <a:pt x="166406" y="24253"/>
                </a:lnTo>
                <a:lnTo>
                  <a:pt x="159677" y="28209"/>
                </a:lnTo>
                <a:lnTo>
                  <a:pt x="151654" y="23588"/>
                </a:lnTo>
                <a:close/>
                <a:moveTo>
                  <a:pt x="157828" y="19336"/>
                </a:moveTo>
                <a:lnTo>
                  <a:pt x="151063" y="23255"/>
                </a:lnTo>
                <a:lnTo>
                  <a:pt x="144334" y="19373"/>
                </a:lnTo>
                <a:lnTo>
                  <a:pt x="151063" y="15491"/>
                </a:lnTo>
                <a:close/>
                <a:moveTo>
                  <a:pt x="142522" y="10500"/>
                </a:moveTo>
                <a:lnTo>
                  <a:pt x="150582" y="15122"/>
                </a:lnTo>
                <a:lnTo>
                  <a:pt x="143816" y="19004"/>
                </a:lnTo>
                <a:lnTo>
                  <a:pt x="135831" y="14382"/>
                </a:lnTo>
                <a:close/>
                <a:moveTo>
                  <a:pt x="135202" y="6249"/>
                </a:moveTo>
                <a:lnTo>
                  <a:pt x="141968" y="10131"/>
                </a:lnTo>
                <a:lnTo>
                  <a:pt x="135202" y="14013"/>
                </a:lnTo>
                <a:lnTo>
                  <a:pt x="128474" y="10131"/>
                </a:lnTo>
                <a:close/>
                <a:moveTo>
                  <a:pt x="134611" y="14382"/>
                </a:moveTo>
                <a:lnTo>
                  <a:pt x="126625" y="19004"/>
                </a:lnTo>
                <a:lnTo>
                  <a:pt x="119896" y="15122"/>
                </a:lnTo>
                <a:lnTo>
                  <a:pt x="127882" y="10500"/>
                </a:lnTo>
                <a:close/>
                <a:moveTo>
                  <a:pt x="119342" y="5509"/>
                </a:moveTo>
                <a:lnTo>
                  <a:pt x="127327" y="10131"/>
                </a:lnTo>
                <a:lnTo>
                  <a:pt x="119342" y="14752"/>
                </a:lnTo>
                <a:lnTo>
                  <a:pt x="111319" y="10131"/>
                </a:lnTo>
                <a:close/>
                <a:moveTo>
                  <a:pt x="110765" y="10500"/>
                </a:moveTo>
                <a:lnTo>
                  <a:pt x="118787" y="15122"/>
                </a:lnTo>
                <a:lnTo>
                  <a:pt x="112022" y="19004"/>
                </a:lnTo>
                <a:lnTo>
                  <a:pt x="104036" y="14382"/>
                </a:lnTo>
                <a:close/>
                <a:moveTo>
                  <a:pt x="110210" y="10168"/>
                </a:moveTo>
                <a:lnTo>
                  <a:pt x="103481" y="14050"/>
                </a:lnTo>
                <a:lnTo>
                  <a:pt x="96716" y="10168"/>
                </a:lnTo>
                <a:lnTo>
                  <a:pt x="103481" y="6286"/>
                </a:lnTo>
                <a:close/>
                <a:moveTo>
                  <a:pt x="94867" y="1295"/>
                </a:moveTo>
                <a:lnTo>
                  <a:pt x="102890" y="5916"/>
                </a:lnTo>
                <a:lnTo>
                  <a:pt x="96124" y="9798"/>
                </a:lnTo>
                <a:lnTo>
                  <a:pt x="88139" y="5177"/>
                </a:lnTo>
                <a:close/>
                <a:moveTo>
                  <a:pt x="95607" y="10168"/>
                </a:moveTo>
                <a:lnTo>
                  <a:pt x="87621" y="14789"/>
                </a:lnTo>
                <a:lnTo>
                  <a:pt x="79635" y="10168"/>
                </a:lnTo>
                <a:lnTo>
                  <a:pt x="87621" y="5546"/>
                </a:lnTo>
                <a:close/>
                <a:moveTo>
                  <a:pt x="80338" y="1295"/>
                </a:moveTo>
                <a:lnTo>
                  <a:pt x="87066" y="5177"/>
                </a:lnTo>
                <a:lnTo>
                  <a:pt x="79081" y="9798"/>
                </a:lnTo>
                <a:lnTo>
                  <a:pt x="72315" y="5916"/>
                </a:lnTo>
                <a:close/>
                <a:moveTo>
                  <a:pt x="71724" y="6249"/>
                </a:moveTo>
                <a:lnTo>
                  <a:pt x="78489" y="10131"/>
                </a:lnTo>
                <a:lnTo>
                  <a:pt x="71724" y="14050"/>
                </a:lnTo>
                <a:lnTo>
                  <a:pt x="64995" y="10168"/>
                </a:lnTo>
                <a:close/>
                <a:moveTo>
                  <a:pt x="64403" y="10500"/>
                </a:moveTo>
                <a:lnTo>
                  <a:pt x="71169" y="14382"/>
                </a:lnTo>
                <a:lnTo>
                  <a:pt x="63183" y="19004"/>
                </a:lnTo>
                <a:lnTo>
                  <a:pt x="56418" y="15122"/>
                </a:lnTo>
                <a:close/>
                <a:moveTo>
                  <a:pt x="55826" y="15454"/>
                </a:moveTo>
                <a:lnTo>
                  <a:pt x="62555" y="19336"/>
                </a:lnTo>
                <a:lnTo>
                  <a:pt x="55826" y="23218"/>
                </a:lnTo>
                <a:lnTo>
                  <a:pt x="49097" y="19262"/>
                </a:lnTo>
                <a:close/>
                <a:moveTo>
                  <a:pt x="48580" y="19632"/>
                </a:moveTo>
                <a:lnTo>
                  <a:pt x="55309" y="23588"/>
                </a:lnTo>
                <a:lnTo>
                  <a:pt x="47323" y="28209"/>
                </a:lnTo>
                <a:lnTo>
                  <a:pt x="40594" y="24253"/>
                </a:lnTo>
                <a:close/>
                <a:moveTo>
                  <a:pt x="39966" y="24623"/>
                </a:moveTo>
                <a:lnTo>
                  <a:pt x="46731" y="28542"/>
                </a:lnTo>
                <a:lnTo>
                  <a:pt x="39966" y="32461"/>
                </a:lnTo>
                <a:lnTo>
                  <a:pt x="33237" y="28505"/>
                </a:lnTo>
                <a:close/>
                <a:moveTo>
                  <a:pt x="32682" y="28838"/>
                </a:moveTo>
                <a:lnTo>
                  <a:pt x="39411" y="32757"/>
                </a:lnTo>
                <a:lnTo>
                  <a:pt x="31425" y="37378"/>
                </a:lnTo>
                <a:lnTo>
                  <a:pt x="24623" y="33459"/>
                </a:lnTo>
                <a:close/>
                <a:moveTo>
                  <a:pt x="17377" y="37674"/>
                </a:moveTo>
                <a:lnTo>
                  <a:pt x="24142" y="33792"/>
                </a:lnTo>
                <a:lnTo>
                  <a:pt x="30908" y="37711"/>
                </a:lnTo>
                <a:lnTo>
                  <a:pt x="24142" y="41593"/>
                </a:lnTo>
                <a:close/>
                <a:moveTo>
                  <a:pt x="24142" y="42258"/>
                </a:moveTo>
                <a:lnTo>
                  <a:pt x="32091" y="46880"/>
                </a:lnTo>
                <a:lnTo>
                  <a:pt x="24068" y="51501"/>
                </a:lnTo>
                <a:lnTo>
                  <a:pt x="16120" y="46880"/>
                </a:lnTo>
                <a:close/>
                <a:moveTo>
                  <a:pt x="15565" y="47249"/>
                </a:moveTo>
                <a:lnTo>
                  <a:pt x="23514" y="51871"/>
                </a:lnTo>
                <a:lnTo>
                  <a:pt x="16785" y="55753"/>
                </a:lnTo>
                <a:lnTo>
                  <a:pt x="8836" y="51131"/>
                </a:lnTo>
                <a:close/>
                <a:moveTo>
                  <a:pt x="296" y="56048"/>
                </a:moveTo>
                <a:lnTo>
                  <a:pt x="8282" y="51427"/>
                </a:lnTo>
                <a:lnTo>
                  <a:pt x="16230" y="56048"/>
                </a:lnTo>
                <a:lnTo>
                  <a:pt x="8245" y="60670"/>
                </a:lnTo>
                <a:close/>
                <a:moveTo>
                  <a:pt x="1479" y="65217"/>
                </a:moveTo>
                <a:lnTo>
                  <a:pt x="8245" y="61335"/>
                </a:lnTo>
                <a:lnTo>
                  <a:pt x="15010" y="65254"/>
                </a:lnTo>
                <a:lnTo>
                  <a:pt x="8282" y="69136"/>
                </a:lnTo>
                <a:close/>
                <a:moveTo>
                  <a:pt x="296" y="74423"/>
                </a:moveTo>
                <a:lnTo>
                  <a:pt x="8282" y="69801"/>
                </a:lnTo>
                <a:lnTo>
                  <a:pt x="16230" y="74423"/>
                </a:lnTo>
                <a:lnTo>
                  <a:pt x="8245" y="79044"/>
                </a:lnTo>
                <a:close/>
                <a:moveTo>
                  <a:pt x="1479" y="83555"/>
                </a:moveTo>
                <a:lnTo>
                  <a:pt x="8245" y="79673"/>
                </a:lnTo>
                <a:lnTo>
                  <a:pt x="15010" y="83591"/>
                </a:lnTo>
                <a:lnTo>
                  <a:pt x="8282" y="87473"/>
                </a:lnTo>
                <a:close/>
                <a:moveTo>
                  <a:pt x="296" y="92797"/>
                </a:moveTo>
                <a:lnTo>
                  <a:pt x="8282" y="88176"/>
                </a:lnTo>
                <a:lnTo>
                  <a:pt x="16230" y="92760"/>
                </a:lnTo>
                <a:lnTo>
                  <a:pt x="8245" y="97382"/>
                </a:lnTo>
                <a:close/>
                <a:moveTo>
                  <a:pt x="15565" y="101633"/>
                </a:moveTo>
                <a:lnTo>
                  <a:pt x="8799" y="97714"/>
                </a:lnTo>
                <a:lnTo>
                  <a:pt x="16785" y="93093"/>
                </a:lnTo>
                <a:lnTo>
                  <a:pt x="23588" y="97012"/>
                </a:lnTo>
                <a:close/>
                <a:moveTo>
                  <a:pt x="16193" y="101966"/>
                </a:moveTo>
                <a:lnTo>
                  <a:pt x="24142" y="97345"/>
                </a:lnTo>
                <a:lnTo>
                  <a:pt x="32091" y="101892"/>
                </a:lnTo>
                <a:lnTo>
                  <a:pt x="24068" y="106513"/>
                </a:lnTo>
                <a:close/>
                <a:moveTo>
                  <a:pt x="17340" y="111098"/>
                </a:moveTo>
                <a:lnTo>
                  <a:pt x="24068" y="107179"/>
                </a:lnTo>
                <a:lnTo>
                  <a:pt x="30871" y="111098"/>
                </a:lnTo>
                <a:lnTo>
                  <a:pt x="24142" y="115017"/>
                </a:lnTo>
                <a:close/>
                <a:moveTo>
                  <a:pt x="24734" y="115349"/>
                </a:moveTo>
                <a:lnTo>
                  <a:pt x="31462" y="111430"/>
                </a:lnTo>
                <a:lnTo>
                  <a:pt x="39411" y="115978"/>
                </a:lnTo>
                <a:lnTo>
                  <a:pt x="32645" y="119971"/>
                </a:lnTo>
                <a:close/>
                <a:moveTo>
                  <a:pt x="33200" y="120303"/>
                </a:moveTo>
                <a:lnTo>
                  <a:pt x="39966" y="116385"/>
                </a:lnTo>
                <a:lnTo>
                  <a:pt x="46768" y="120303"/>
                </a:lnTo>
                <a:lnTo>
                  <a:pt x="39966" y="124222"/>
                </a:lnTo>
                <a:close/>
                <a:moveTo>
                  <a:pt x="40594" y="124555"/>
                </a:moveTo>
                <a:lnTo>
                  <a:pt x="47360" y="120599"/>
                </a:lnTo>
                <a:lnTo>
                  <a:pt x="55309" y="125184"/>
                </a:lnTo>
                <a:lnTo>
                  <a:pt x="48543" y="129102"/>
                </a:lnTo>
                <a:close/>
                <a:moveTo>
                  <a:pt x="49097" y="129435"/>
                </a:moveTo>
                <a:lnTo>
                  <a:pt x="55863" y="125516"/>
                </a:lnTo>
                <a:lnTo>
                  <a:pt x="62666" y="129435"/>
                </a:lnTo>
                <a:lnTo>
                  <a:pt x="55863" y="133391"/>
                </a:lnTo>
                <a:close/>
                <a:moveTo>
                  <a:pt x="56418" y="133761"/>
                </a:moveTo>
                <a:lnTo>
                  <a:pt x="63220" y="129805"/>
                </a:lnTo>
                <a:lnTo>
                  <a:pt x="71169" y="134389"/>
                </a:lnTo>
                <a:lnTo>
                  <a:pt x="64366" y="138308"/>
                </a:lnTo>
                <a:close/>
                <a:moveTo>
                  <a:pt x="71724" y="142560"/>
                </a:moveTo>
                <a:lnTo>
                  <a:pt x="64921" y="138641"/>
                </a:lnTo>
                <a:lnTo>
                  <a:pt x="71724" y="134722"/>
                </a:lnTo>
                <a:lnTo>
                  <a:pt x="78526" y="138641"/>
                </a:lnTo>
                <a:close/>
                <a:moveTo>
                  <a:pt x="79118" y="138308"/>
                </a:moveTo>
                <a:lnTo>
                  <a:pt x="72315" y="134389"/>
                </a:lnTo>
                <a:lnTo>
                  <a:pt x="80264" y="129768"/>
                </a:lnTo>
                <a:lnTo>
                  <a:pt x="87066" y="133687"/>
                </a:lnTo>
                <a:close/>
                <a:moveTo>
                  <a:pt x="87584" y="143262"/>
                </a:moveTo>
                <a:lnTo>
                  <a:pt x="79635" y="138678"/>
                </a:lnTo>
                <a:lnTo>
                  <a:pt x="87584" y="134057"/>
                </a:lnTo>
                <a:lnTo>
                  <a:pt x="95533" y="138641"/>
                </a:lnTo>
                <a:close/>
                <a:moveTo>
                  <a:pt x="88175" y="133761"/>
                </a:moveTo>
                <a:lnTo>
                  <a:pt x="94978" y="129805"/>
                </a:lnTo>
                <a:lnTo>
                  <a:pt x="102927" y="134389"/>
                </a:lnTo>
                <a:lnTo>
                  <a:pt x="96124" y="138308"/>
                </a:lnTo>
                <a:close/>
                <a:moveTo>
                  <a:pt x="103481" y="142560"/>
                </a:moveTo>
                <a:lnTo>
                  <a:pt x="96679" y="138641"/>
                </a:lnTo>
                <a:lnTo>
                  <a:pt x="103481" y="134722"/>
                </a:lnTo>
                <a:lnTo>
                  <a:pt x="110247" y="138641"/>
                </a:lnTo>
                <a:close/>
                <a:moveTo>
                  <a:pt x="110839" y="138308"/>
                </a:moveTo>
                <a:lnTo>
                  <a:pt x="104036" y="134389"/>
                </a:lnTo>
                <a:lnTo>
                  <a:pt x="111985" y="129805"/>
                </a:lnTo>
                <a:lnTo>
                  <a:pt x="118787" y="133761"/>
                </a:lnTo>
                <a:close/>
                <a:moveTo>
                  <a:pt x="119379" y="143262"/>
                </a:moveTo>
                <a:lnTo>
                  <a:pt x="111430" y="138678"/>
                </a:lnTo>
                <a:lnTo>
                  <a:pt x="119379" y="134130"/>
                </a:lnTo>
                <a:lnTo>
                  <a:pt x="127327" y="138752"/>
                </a:lnTo>
                <a:close/>
                <a:moveTo>
                  <a:pt x="127808" y="138308"/>
                </a:moveTo>
                <a:lnTo>
                  <a:pt x="119896" y="133687"/>
                </a:lnTo>
                <a:lnTo>
                  <a:pt x="126662" y="129768"/>
                </a:lnTo>
                <a:lnTo>
                  <a:pt x="134611" y="134389"/>
                </a:lnTo>
                <a:close/>
                <a:moveTo>
                  <a:pt x="127290" y="129509"/>
                </a:moveTo>
                <a:lnTo>
                  <a:pt x="135202" y="124925"/>
                </a:lnTo>
                <a:lnTo>
                  <a:pt x="143151" y="129546"/>
                </a:lnTo>
                <a:lnTo>
                  <a:pt x="135202" y="134130"/>
                </a:lnTo>
                <a:close/>
                <a:moveTo>
                  <a:pt x="142559" y="138308"/>
                </a:moveTo>
                <a:lnTo>
                  <a:pt x="135794" y="134389"/>
                </a:lnTo>
                <a:lnTo>
                  <a:pt x="143742" y="129805"/>
                </a:lnTo>
                <a:lnTo>
                  <a:pt x="150508" y="133761"/>
                </a:lnTo>
                <a:close/>
                <a:moveTo>
                  <a:pt x="151063" y="133428"/>
                </a:moveTo>
                <a:lnTo>
                  <a:pt x="144297" y="129509"/>
                </a:lnTo>
                <a:lnTo>
                  <a:pt x="151063" y="125553"/>
                </a:lnTo>
                <a:lnTo>
                  <a:pt x="157865" y="129509"/>
                </a:lnTo>
                <a:close/>
                <a:moveTo>
                  <a:pt x="158420" y="129139"/>
                </a:moveTo>
                <a:lnTo>
                  <a:pt x="151617" y="125184"/>
                </a:lnTo>
                <a:lnTo>
                  <a:pt x="159566" y="120636"/>
                </a:lnTo>
                <a:lnTo>
                  <a:pt x="166369" y="124555"/>
                </a:lnTo>
                <a:close/>
                <a:moveTo>
                  <a:pt x="166923" y="124222"/>
                </a:moveTo>
                <a:lnTo>
                  <a:pt x="160120" y="120303"/>
                </a:lnTo>
                <a:lnTo>
                  <a:pt x="166923" y="116385"/>
                </a:lnTo>
                <a:lnTo>
                  <a:pt x="173726" y="120303"/>
                </a:lnTo>
                <a:close/>
                <a:moveTo>
                  <a:pt x="182229" y="115349"/>
                </a:moveTo>
                <a:lnTo>
                  <a:pt x="174317" y="119971"/>
                </a:lnTo>
                <a:lnTo>
                  <a:pt x="167515" y="116052"/>
                </a:lnTo>
                <a:lnTo>
                  <a:pt x="175463" y="111467"/>
                </a:lnTo>
                <a:close/>
                <a:moveTo>
                  <a:pt x="175463" y="110839"/>
                </a:moveTo>
                <a:lnTo>
                  <a:pt x="167478" y="106218"/>
                </a:lnTo>
                <a:lnTo>
                  <a:pt x="174280" y="102262"/>
                </a:lnTo>
                <a:lnTo>
                  <a:pt x="182266" y="106883"/>
                </a:lnTo>
                <a:close/>
                <a:moveTo>
                  <a:pt x="182857" y="106513"/>
                </a:moveTo>
                <a:lnTo>
                  <a:pt x="174872" y="101892"/>
                </a:lnTo>
                <a:lnTo>
                  <a:pt x="182820" y="97345"/>
                </a:lnTo>
                <a:lnTo>
                  <a:pt x="190806" y="101966"/>
                </a:lnTo>
                <a:close/>
                <a:moveTo>
                  <a:pt x="198163" y="97714"/>
                </a:moveTo>
                <a:lnTo>
                  <a:pt x="191361" y="101633"/>
                </a:lnTo>
                <a:lnTo>
                  <a:pt x="183375" y="97012"/>
                </a:lnTo>
                <a:lnTo>
                  <a:pt x="190178" y="93093"/>
                </a:lnTo>
                <a:close/>
                <a:moveTo>
                  <a:pt x="198126" y="87806"/>
                </a:moveTo>
                <a:lnTo>
                  <a:pt x="190178" y="92391"/>
                </a:lnTo>
                <a:lnTo>
                  <a:pt x="183412" y="88509"/>
                </a:lnTo>
                <a:lnTo>
                  <a:pt x="191361" y="83924"/>
                </a:lnTo>
                <a:close/>
                <a:moveTo>
                  <a:pt x="198163" y="79340"/>
                </a:moveTo>
                <a:lnTo>
                  <a:pt x="191361" y="83296"/>
                </a:lnTo>
                <a:lnTo>
                  <a:pt x="183375" y="78674"/>
                </a:lnTo>
                <a:lnTo>
                  <a:pt x="190178" y="74719"/>
                </a:lnTo>
                <a:close/>
                <a:moveTo>
                  <a:pt x="198126" y="69469"/>
                </a:moveTo>
                <a:lnTo>
                  <a:pt x="190178" y="74090"/>
                </a:lnTo>
                <a:lnTo>
                  <a:pt x="183412" y="70208"/>
                </a:lnTo>
                <a:lnTo>
                  <a:pt x="191361" y="65587"/>
                </a:lnTo>
                <a:close/>
                <a:moveTo>
                  <a:pt x="191361" y="64921"/>
                </a:moveTo>
                <a:lnTo>
                  <a:pt x="183375" y="60300"/>
                </a:lnTo>
                <a:lnTo>
                  <a:pt x="190178" y="56381"/>
                </a:lnTo>
                <a:lnTo>
                  <a:pt x="198163" y="61002"/>
                </a:lnTo>
                <a:close/>
              </a:path>
            </a:pathLst>
          </a:custGeom>
          <a:solidFill>
            <a:srgbClr val="9DE2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06" name="Google Shape;1706;p56"/>
          <p:cNvGrpSpPr/>
          <p:nvPr/>
        </p:nvGrpSpPr>
        <p:grpSpPr>
          <a:xfrm>
            <a:off x="8704343" y="4718832"/>
            <a:ext cx="269399" cy="256048"/>
            <a:chOff x="1406075" y="3845750"/>
            <a:chExt cx="415675" cy="395075"/>
          </a:xfrm>
        </p:grpSpPr>
        <p:sp>
          <p:nvSpPr>
            <p:cNvPr id="1707" name="Google Shape;1707;p5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0" name="Google Shape;1710;p56"/>
          <p:cNvGrpSpPr/>
          <p:nvPr/>
        </p:nvGrpSpPr>
        <p:grpSpPr>
          <a:xfrm>
            <a:off x="8428893" y="3359232"/>
            <a:ext cx="269399" cy="256048"/>
            <a:chOff x="1406075" y="3845750"/>
            <a:chExt cx="415675" cy="395075"/>
          </a:xfrm>
        </p:grpSpPr>
        <p:sp>
          <p:nvSpPr>
            <p:cNvPr id="1711" name="Google Shape;1711;p5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4" name="Google Shape;1714;p56"/>
          <p:cNvGrpSpPr/>
          <p:nvPr/>
        </p:nvGrpSpPr>
        <p:grpSpPr>
          <a:xfrm>
            <a:off x="7760043" y="150932"/>
            <a:ext cx="269399" cy="256048"/>
            <a:chOff x="1406075" y="3845750"/>
            <a:chExt cx="415675" cy="395075"/>
          </a:xfrm>
        </p:grpSpPr>
        <p:sp>
          <p:nvSpPr>
            <p:cNvPr id="1715" name="Google Shape;1715;p5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8" name="Google Shape;1718;p56"/>
          <p:cNvGrpSpPr/>
          <p:nvPr/>
        </p:nvGrpSpPr>
        <p:grpSpPr>
          <a:xfrm>
            <a:off x="2033543" y="4780032"/>
            <a:ext cx="269399" cy="256048"/>
            <a:chOff x="1406075" y="3845750"/>
            <a:chExt cx="415675" cy="395075"/>
          </a:xfrm>
        </p:grpSpPr>
        <p:sp>
          <p:nvSpPr>
            <p:cNvPr id="1719" name="Google Shape;1719;p5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2" name="Google Shape;1722;p56"/>
          <p:cNvGrpSpPr/>
          <p:nvPr/>
        </p:nvGrpSpPr>
        <p:grpSpPr>
          <a:xfrm>
            <a:off x="373943" y="4020432"/>
            <a:ext cx="269399" cy="256048"/>
            <a:chOff x="1406075" y="3845750"/>
            <a:chExt cx="415675" cy="395075"/>
          </a:xfrm>
        </p:grpSpPr>
        <p:sp>
          <p:nvSpPr>
            <p:cNvPr id="1723" name="Google Shape;1723;p5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6" name="Google Shape;1726;p56"/>
          <p:cNvGrpSpPr/>
          <p:nvPr/>
        </p:nvGrpSpPr>
        <p:grpSpPr>
          <a:xfrm>
            <a:off x="8326343" y="5552832"/>
            <a:ext cx="269399" cy="256048"/>
            <a:chOff x="1406075" y="3845750"/>
            <a:chExt cx="415675" cy="395075"/>
          </a:xfrm>
        </p:grpSpPr>
        <p:sp>
          <p:nvSpPr>
            <p:cNvPr id="1727" name="Google Shape;1727;p5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0" name="Google Shape;1730;p56"/>
          <p:cNvGrpSpPr/>
          <p:nvPr/>
        </p:nvGrpSpPr>
        <p:grpSpPr>
          <a:xfrm>
            <a:off x="313943" y="406982"/>
            <a:ext cx="269399" cy="256048"/>
            <a:chOff x="1406075" y="3845750"/>
            <a:chExt cx="415675" cy="395075"/>
          </a:xfrm>
        </p:grpSpPr>
        <p:sp>
          <p:nvSpPr>
            <p:cNvPr id="1731" name="Google Shape;1731;p56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6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6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34" name="Google Shape;1734;p56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224975" y="257805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56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501600" y="663030"/>
            <a:ext cx="472150" cy="4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56"/>
          <p:cNvPicPr preferRelativeResize="0"/>
          <p:nvPr/>
        </p:nvPicPr>
        <p:blipFill rotWithShape="1">
          <a:blip r:embed="rId2">
            <a:alphaModFix/>
          </a:blip>
          <a:srcRect t="61366" r="61532"/>
          <a:stretch/>
        </p:blipFill>
        <p:spPr>
          <a:xfrm>
            <a:off x="8029450" y="614205"/>
            <a:ext cx="472150" cy="4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9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3" name="Google Shape;873;p29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●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○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Medium"/>
              <a:buChar char="■"/>
              <a:defRPr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57"/>
          <p:cNvSpPr txBox="1">
            <a:spLocks noGrp="1"/>
          </p:cNvSpPr>
          <p:nvPr>
            <p:ph type="title"/>
          </p:nvPr>
        </p:nvSpPr>
        <p:spPr>
          <a:xfrm>
            <a:off x="480900" y="823850"/>
            <a:ext cx="8182200" cy="14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fortaa"/>
                <a:ea typeface="Comfortaa"/>
                <a:cs typeface="Comfortaa"/>
                <a:sym typeface="Comfortaa"/>
              </a:rPr>
              <a:t>SC5010 Introduction to Data Analysis</a:t>
            </a:r>
            <a:endParaRPr sz="32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fortaa"/>
                <a:ea typeface="Comfortaa"/>
                <a:cs typeface="Comfortaa"/>
                <a:sym typeface="Comfortaa"/>
              </a:rPr>
              <a:t>Group Project</a:t>
            </a:r>
            <a:endParaRPr sz="3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42" name="Google Shape;1742;p57"/>
          <p:cNvSpPr txBox="1">
            <a:spLocks noGrp="1"/>
          </p:cNvSpPr>
          <p:nvPr>
            <p:ph type="subTitle" idx="4294967295"/>
          </p:nvPr>
        </p:nvSpPr>
        <p:spPr>
          <a:xfrm>
            <a:off x="2071025" y="2444700"/>
            <a:ext cx="4825800" cy="17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u="sng">
                <a:latin typeface="Comfortaa"/>
                <a:ea typeface="Comfortaa"/>
                <a:cs typeface="Comfortaa"/>
                <a:sym typeface="Comfortaa"/>
              </a:rPr>
              <a:t>TEL2 Group 1</a:t>
            </a:r>
            <a:endParaRPr sz="1800" b="1" u="sng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 Medium"/>
                <a:ea typeface="Comfortaa Medium"/>
                <a:cs typeface="Comfortaa Medium"/>
                <a:sym typeface="Comfortaa Medium"/>
              </a:rPr>
              <a:t>Brad Lee (U2130355E)</a:t>
            </a:r>
            <a:endParaRPr sz="18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 Medium"/>
                <a:ea typeface="Comfortaa Medium"/>
                <a:cs typeface="Comfortaa Medium"/>
                <a:sym typeface="Comfortaa Medium"/>
              </a:rPr>
              <a:t>Cheng Jun Long Brandon (U2222813C)</a:t>
            </a:r>
            <a:endParaRPr sz="18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 Medium"/>
                <a:ea typeface="Comfortaa Medium"/>
                <a:cs typeface="Comfortaa Medium"/>
                <a:sym typeface="Comfortaa Medium"/>
              </a:rPr>
              <a:t>Nicolas Chan Han Hui (U2230785E)</a:t>
            </a:r>
            <a:endParaRPr sz="18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 Medium"/>
                <a:ea typeface="Comfortaa Medium"/>
                <a:cs typeface="Comfortaa Medium"/>
                <a:sym typeface="Comfortaa Medium"/>
              </a:rPr>
              <a:t>Nigel Max Wee Yaohan (U2221718B)</a:t>
            </a:r>
            <a:endParaRPr sz="18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58"/>
          <p:cNvSpPr txBox="1">
            <a:spLocks noGrp="1"/>
          </p:cNvSpPr>
          <p:nvPr>
            <p:ph type="title"/>
          </p:nvPr>
        </p:nvSpPr>
        <p:spPr>
          <a:xfrm>
            <a:off x="715100" y="1141593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Diabetes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48" name="Google Shape;1748;p58"/>
          <p:cNvSpPr txBox="1">
            <a:spLocks noGrp="1"/>
          </p:cNvSpPr>
          <p:nvPr>
            <p:ph type="subTitle" idx="1"/>
          </p:nvPr>
        </p:nvSpPr>
        <p:spPr>
          <a:xfrm>
            <a:off x="973700" y="2149238"/>
            <a:ext cx="4223100" cy="11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mfortaa"/>
                <a:ea typeface="Comfortaa"/>
                <a:cs typeface="Comfortaa"/>
                <a:sym typeface="Comfortaa"/>
              </a:rPr>
              <a:t>Diabetes is a chronic, metabolic disease characterized by elevated levels of blood glucose (or blood sugar), which leads over time to serious damage to the heart, or other organs.</a:t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749" name="Google Shape;174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3474" y="1054400"/>
            <a:ext cx="2112600" cy="3554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0" name="Google Shape;1750;p58"/>
          <p:cNvGrpSpPr/>
          <p:nvPr/>
        </p:nvGrpSpPr>
        <p:grpSpPr>
          <a:xfrm>
            <a:off x="6918168" y="3552957"/>
            <a:ext cx="269399" cy="256048"/>
            <a:chOff x="1406075" y="3845750"/>
            <a:chExt cx="415675" cy="395075"/>
          </a:xfrm>
        </p:grpSpPr>
        <p:sp>
          <p:nvSpPr>
            <p:cNvPr id="1751" name="Google Shape;1751;p5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4" name="Google Shape;1754;p58"/>
          <p:cNvGrpSpPr/>
          <p:nvPr/>
        </p:nvGrpSpPr>
        <p:grpSpPr>
          <a:xfrm>
            <a:off x="8076318" y="712857"/>
            <a:ext cx="269399" cy="256048"/>
            <a:chOff x="1406075" y="3845750"/>
            <a:chExt cx="415675" cy="395075"/>
          </a:xfrm>
        </p:grpSpPr>
        <p:sp>
          <p:nvSpPr>
            <p:cNvPr id="1755" name="Google Shape;1755;p5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8" name="Google Shape;1758;p58"/>
          <p:cNvGrpSpPr/>
          <p:nvPr/>
        </p:nvGrpSpPr>
        <p:grpSpPr>
          <a:xfrm>
            <a:off x="5864068" y="1522607"/>
            <a:ext cx="269399" cy="256048"/>
            <a:chOff x="1406075" y="3845750"/>
            <a:chExt cx="415675" cy="395075"/>
          </a:xfrm>
        </p:grpSpPr>
        <p:sp>
          <p:nvSpPr>
            <p:cNvPr id="1759" name="Google Shape;1759;p5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2" name="Google Shape;1762;p58"/>
          <p:cNvGrpSpPr/>
          <p:nvPr/>
        </p:nvGrpSpPr>
        <p:grpSpPr>
          <a:xfrm>
            <a:off x="854768" y="3860982"/>
            <a:ext cx="269399" cy="256048"/>
            <a:chOff x="1406075" y="3845750"/>
            <a:chExt cx="415675" cy="395075"/>
          </a:xfrm>
        </p:grpSpPr>
        <p:sp>
          <p:nvSpPr>
            <p:cNvPr id="1763" name="Google Shape;1763;p58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8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8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0" name="Google Shape;177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1630" y="1562825"/>
            <a:ext cx="1197275" cy="3045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1" name="Google Shape;1771;p59"/>
          <p:cNvGrpSpPr/>
          <p:nvPr/>
        </p:nvGrpSpPr>
        <p:grpSpPr>
          <a:xfrm>
            <a:off x="7146118" y="2720757"/>
            <a:ext cx="269399" cy="256048"/>
            <a:chOff x="1406075" y="3845750"/>
            <a:chExt cx="415675" cy="395075"/>
          </a:xfrm>
        </p:grpSpPr>
        <p:sp>
          <p:nvSpPr>
            <p:cNvPr id="1772" name="Google Shape;1772;p5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5" name="Google Shape;1775;p59"/>
          <p:cNvGrpSpPr/>
          <p:nvPr/>
        </p:nvGrpSpPr>
        <p:grpSpPr>
          <a:xfrm>
            <a:off x="870093" y="4197457"/>
            <a:ext cx="269399" cy="256048"/>
            <a:chOff x="1406075" y="3845750"/>
            <a:chExt cx="415675" cy="395075"/>
          </a:xfrm>
        </p:grpSpPr>
        <p:sp>
          <p:nvSpPr>
            <p:cNvPr id="1776" name="Google Shape;1776;p59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9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9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79" name="Google Shape;1779;p59"/>
          <p:cNvPicPr preferRelativeResize="0"/>
          <p:nvPr/>
        </p:nvPicPr>
        <p:blipFill rotWithShape="1">
          <a:blip r:embed="rId4">
            <a:alphaModFix/>
          </a:blip>
          <a:srcRect l="27420" b="33470"/>
          <a:stretch/>
        </p:blipFill>
        <p:spPr>
          <a:xfrm flipH="1">
            <a:off x="925225" y="2160223"/>
            <a:ext cx="890850" cy="6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59"/>
          <p:cNvPicPr preferRelativeResize="0"/>
          <p:nvPr/>
        </p:nvPicPr>
        <p:blipFill rotWithShape="1">
          <a:blip r:embed="rId5">
            <a:alphaModFix/>
          </a:blip>
          <a:srcRect b="11119"/>
          <a:stretch/>
        </p:blipFill>
        <p:spPr>
          <a:xfrm>
            <a:off x="335400" y="1173138"/>
            <a:ext cx="4167375" cy="28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1" name="Google Shape;1781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4325" y="621325"/>
            <a:ext cx="3899900" cy="413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59"/>
          <p:cNvSpPr txBox="1">
            <a:spLocks noGrp="1"/>
          </p:cNvSpPr>
          <p:nvPr>
            <p:ph type="title"/>
          </p:nvPr>
        </p:nvSpPr>
        <p:spPr>
          <a:xfrm>
            <a:off x="4151413" y="3863225"/>
            <a:ext cx="675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sz="1400" b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83" name="Google Shape;1783;p59"/>
          <p:cNvSpPr txBox="1">
            <a:spLocks noGrp="1"/>
          </p:cNvSpPr>
          <p:nvPr>
            <p:ph type="title"/>
          </p:nvPr>
        </p:nvSpPr>
        <p:spPr>
          <a:xfrm>
            <a:off x="8313963" y="4682100"/>
            <a:ext cx="675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sz="1400" b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84" name="Google Shape;1784;p59"/>
          <p:cNvSpPr txBox="1">
            <a:spLocks noGrp="1"/>
          </p:cNvSpPr>
          <p:nvPr>
            <p:ph type="title"/>
          </p:nvPr>
        </p:nvSpPr>
        <p:spPr>
          <a:xfrm>
            <a:off x="2027775" y="-152400"/>
            <a:ext cx="5031000" cy="10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u="sng">
                <a:latin typeface="Comfortaa"/>
                <a:ea typeface="Comfortaa"/>
                <a:cs typeface="Comfortaa"/>
                <a:sym typeface="Comfortaa"/>
              </a:rPr>
              <a:t>Significance of Diabetes</a:t>
            </a:r>
            <a:endParaRPr sz="2100" u="sng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9" name="Google Shape;17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630" y="1562825"/>
            <a:ext cx="1197275" cy="3045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0" name="Google Shape;179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400" y="784225"/>
            <a:ext cx="1569871" cy="10104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1" name="Google Shape;1791;p60"/>
          <p:cNvGrpSpPr/>
          <p:nvPr/>
        </p:nvGrpSpPr>
        <p:grpSpPr>
          <a:xfrm>
            <a:off x="7146118" y="2720757"/>
            <a:ext cx="269399" cy="256048"/>
            <a:chOff x="1406075" y="3845750"/>
            <a:chExt cx="415675" cy="395075"/>
          </a:xfrm>
        </p:grpSpPr>
        <p:sp>
          <p:nvSpPr>
            <p:cNvPr id="1792" name="Google Shape;1792;p6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60"/>
          <p:cNvGrpSpPr/>
          <p:nvPr/>
        </p:nvGrpSpPr>
        <p:grpSpPr>
          <a:xfrm>
            <a:off x="870093" y="4197457"/>
            <a:ext cx="269399" cy="256048"/>
            <a:chOff x="1406075" y="3845750"/>
            <a:chExt cx="415675" cy="395075"/>
          </a:xfrm>
        </p:grpSpPr>
        <p:sp>
          <p:nvSpPr>
            <p:cNvPr id="1796" name="Google Shape;1796;p60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0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0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99" name="Google Shape;1799;p60"/>
          <p:cNvPicPr preferRelativeResize="0"/>
          <p:nvPr/>
        </p:nvPicPr>
        <p:blipFill rotWithShape="1">
          <a:blip r:embed="rId5">
            <a:alphaModFix/>
          </a:blip>
          <a:srcRect l="27420" b="33470"/>
          <a:stretch/>
        </p:blipFill>
        <p:spPr>
          <a:xfrm flipH="1">
            <a:off x="544225" y="2312623"/>
            <a:ext cx="890850" cy="69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0" name="Google Shape;1800;p60"/>
          <p:cNvSpPr txBox="1">
            <a:spLocks noGrp="1"/>
          </p:cNvSpPr>
          <p:nvPr>
            <p:ph type="title"/>
          </p:nvPr>
        </p:nvSpPr>
        <p:spPr>
          <a:xfrm>
            <a:off x="1865725" y="1540825"/>
            <a:ext cx="5680500" cy="24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latin typeface="Comfortaa"/>
                <a:ea typeface="Comfortaa"/>
                <a:cs typeface="Comfortaa"/>
                <a:sym typeface="Comfortaa"/>
              </a:rPr>
              <a:t>How can machine learning help identify individuals with early signs of diabetes so that timely action can be taken to prevent progression?</a:t>
            </a:r>
            <a:endParaRPr sz="2100" b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01" name="Google Shape;1801;p60"/>
          <p:cNvSpPr txBox="1">
            <a:spLocks noGrp="1"/>
          </p:cNvSpPr>
          <p:nvPr>
            <p:ph type="title"/>
          </p:nvPr>
        </p:nvSpPr>
        <p:spPr>
          <a:xfrm>
            <a:off x="2547900" y="228600"/>
            <a:ext cx="4048200" cy="10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u="sng">
                <a:latin typeface="Comfortaa"/>
                <a:ea typeface="Comfortaa"/>
                <a:cs typeface="Comfortaa"/>
                <a:sym typeface="Comfortaa"/>
              </a:rPr>
              <a:t>Problem Statement</a:t>
            </a:r>
            <a:endParaRPr sz="2100" u="sng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Our Data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07" name="Google Shape;180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9023" y="3445600"/>
            <a:ext cx="1985700" cy="116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8" name="Google Shape;1808;p61"/>
          <p:cNvPicPr preferRelativeResize="0"/>
          <p:nvPr/>
        </p:nvPicPr>
        <p:blipFill rotWithShape="1">
          <a:blip r:embed="rId4">
            <a:alphaModFix/>
          </a:blip>
          <a:srcRect t="4671"/>
          <a:stretch/>
        </p:blipFill>
        <p:spPr>
          <a:xfrm>
            <a:off x="184925" y="2179175"/>
            <a:ext cx="6014383" cy="9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9" name="Google Shape;1809;p61"/>
          <p:cNvPicPr preferRelativeResize="0"/>
          <p:nvPr/>
        </p:nvPicPr>
        <p:blipFill rotWithShape="1">
          <a:blip r:embed="rId5">
            <a:alphaModFix/>
          </a:blip>
          <a:srcRect b="21777"/>
          <a:stretch/>
        </p:blipFill>
        <p:spPr>
          <a:xfrm>
            <a:off x="184925" y="3157665"/>
            <a:ext cx="6014374" cy="937785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61"/>
          <p:cNvSpPr txBox="1">
            <a:spLocks noGrp="1"/>
          </p:cNvSpPr>
          <p:nvPr>
            <p:ph type="title"/>
          </p:nvPr>
        </p:nvSpPr>
        <p:spPr>
          <a:xfrm>
            <a:off x="437000" y="1064575"/>
            <a:ext cx="7278300" cy="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u="sng">
                <a:latin typeface="Comfortaa"/>
                <a:ea typeface="Comfortaa"/>
                <a:cs typeface="Comfortaa"/>
                <a:sym typeface="Comfortaa"/>
              </a:rPr>
              <a:t>Pima Indians Diabetes Database (n=768)</a:t>
            </a:r>
            <a:endParaRPr sz="2000" b="0" u="sng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>
                <a:latin typeface="Comfortaa"/>
                <a:ea typeface="Comfortaa"/>
                <a:cs typeface="Comfortaa"/>
                <a:sym typeface="Comfortaa"/>
              </a:rPr>
              <a:t>8 features, 1 target</a:t>
            </a:r>
            <a:endParaRPr sz="2000" b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11" name="Google Shape;1811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7920" y="2583200"/>
            <a:ext cx="1502455" cy="9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Objectives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17" name="Google Shape;181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200" y="1017725"/>
            <a:ext cx="780546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63"/>
          <p:cNvSpPr txBox="1">
            <a:spLocks noGrp="1"/>
          </p:cNvSpPr>
          <p:nvPr>
            <p:ph type="title"/>
          </p:nvPr>
        </p:nvSpPr>
        <p:spPr>
          <a:xfrm>
            <a:off x="2215200" y="1600325"/>
            <a:ext cx="4713600" cy="24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Exploratory Data Analysis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(EDA)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23" name="Google Shape;1823;p63"/>
          <p:cNvSpPr txBox="1">
            <a:spLocks noGrp="1"/>
          </p:cNvSpPr>
          <p:nvPr>
            <p:ph type="title" idx="2"/>
          </p:nvPr>
        </p:nvSpPr>
        <p:spPr>
          <a:xfrm>
            <a:off x="3996325" y="634300"/>
            <a:ext cx="1100700" cy="95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1824" name="Google Shape;182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1630" y="1562825"/>
            <a:ext cx="1197275" cy="3045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5" name="Google Shape;182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99" y="784225"/>
            <a:ext cx="1949601" cy="1254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6" name="Google Shape;1826;p63"/>
          <p:cNvGrpSpPr/>
          <p:nvPr/>
        </p:nvGrpSpPr>
        <p:grpSpPr>
          <a:xfrm>
            <a:off x="7146118" y="2720757"/>
            <a:ext cx="269399" cy="256048"/>
            <a:chOff x="1406075" y="3845750"/>
            <a:chExt cx="415675" cy="395075"/>
          </a:xfrm>
        </p:grpSpPr>
        <p:sp>
          <p:nvSpPr>
            <p:cNvPr id="1827" name="Google Shape;1827;p6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6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6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0" name="Google Shape;1830;p63"/>
          <p:cNvGrpSpPr/>
          <p:nvPr/>
        </p:nvGrpSpPr>
        <p:grpSpPr>
          <a:xfrm>
            <a:off x="870093" y="4197457"/>
            <a:ext cx="269399" cy="256048"/>
            <a:chOff x="1406075" y="3845750"/>
            <a:chExt cx="415675" cy="395075"/>
          </a:xfrm>
        </p:grpSpPr>
        <p:sp>
          <p:nvSpPr>
            <p:cNvPr id="1831" name="Google Shape;1831;p63"/>
            <p:cNvSpPr/>
            <p:nvPr/>
          </p:nvSpPr>
          <p:spPr>
            <a:xfrm>
              <a:off x="1406075" y="3845750"/>
              <a:ext cx="415675" cy="395075"/>
            </a:xfrm>
            <a:custGeom>
              <a:avLst/>
              <a:gdLst/>
              <a:ahLst/>
              <a:cxnLst/>
              <a:rect l="l" t="t" r="r" b="b"/>
              <a:pathLst>
                <a:path w="16627" h="15803" extrusionOk="0">
                  <a:moveTo>
                    <a:pt x="8284" y="0"/>
                  </a:moveTo>
                  <a:cubicBezTo>
                    <a:pt x="4312" y="0"/>
                    <a:pt x="882" y="3002"/>
                    <a:pt x="456" y="7066"/>
                  </a:cubicBezTo>
                  <a:cubicBezTo>
                    <a:pt x="0" y="11412"/>
                    <a:pt x="3131" y="15303"/>
                    <a:pt x="7478" y="15759"/>
                  </a:cubicBezTo>
                  <a:cubicBezTo>
                    <a:pt x="7758" y="15788"/>
                    <a:pt x="8036" y="15803"/>
                    <a:pt x="8311" y="15803"/>
                  </a:cubicBezTo>
                  <a:cubicBezTo>
                    <a:pt x="12311" y="15803"/>
                    <a:pt x="15744" y="12774"/>
                    <a:pt x="16171" y="8707"/>
                  </a:cubicBezTo>
                  <a:cubicBezTo>
                    <a:pt x="16627" y="4391"/>
                    <a:pt x="13465" y="500"/>
                    <a:pt x="9119" y="45"/>
                  </a:cubicBezTo>
                  <a:cubicBezTo>
                    <a:pt x="8839" y="15"/>
                    <a:pt x="8560" y="0"/>
                    <a:pt x="8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63"/>
            <p:cNvSpPr/>
            <p:nvPr/>
          </p:nvSpPr>
          <p:spPr>
            <a:xfrm>
              <a:off x="1577050" y="3925875"/>
              <a:ext cx="72975" cy="234075"/>
            </a:xfrm>
            <a:custGeom>
              <a:avLst/>
              <a:gdLst/>
              <a:ahLst/>
              <a:cxnLst/>
              <a:rect l="l" t="t" r="r" b="b"/>
              <a:pathLst>
                <a:path w="2919" h="9363" extrusionOk="0">
                  <a:moveTo>
                    <a:pt x="2888" y="1"/>
                  </a:moveTo>
                  <a:lnTo>
                    <a:pt x="0" y="31"/>
                  </a:lnTo>
                  <a:lnTo>
                    <a:pt x="31" y="9363"/>
                  </a:lnTo>
                  <a:lnTo>
                    <a:pt x="2918" y="9363"/>
                  </a:lnTo>
                  <a:lnTo>
                    <a:pt x="28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63"/>
            <p:cNvSpPr/>
            <p:nvPr/>
          </p:nvSpPr>
          <p:spPr>
            <a:xfrm>
              <a:off x="1496500" y="4005675"/>
              <a:ext cx="234075" cy="73725"/>
            </a:xfrm>
            <a:custGeom>
              <a:avLst/>
              <a:gdLst/>
              <a:ahLst/>
              <a:cxnLst/>
              <a:rect l="l" t="t" r="r" b="b"/>
              <a:pathLst>
                <a:path w="9363" h="2949" extrusionOk="0">
                  <a:moveTo>
                    <a:pt x="9332" y="0"/>
                  </a:moveTo>
                  <a:lnTo>
                    <a:pt x="0" y="61"/>
                  </a:lnTo>
                  <a:lnTo>
                    <a:pt x="0" y="2949"/>
                  </a:lnTo>
                  <a:lnTo>
                    <a:pt x="9362" y="2888"/>
                  </a:lnTo>
                  <a:lnTo>
                    <a:pt x="9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34" name="Google Shape;1834;p63"/>
          <p:cNvPicPr preferRelativeResize="0"/>
          <p:nvPr/>
        </p:nvPicPr>
        <p:blipFill rotWithShape="1">
          <a:blip r:embed="rId5">
            <a:alphaModFix/>
          </a:blip>
          <a:srcRect l="27420" b="33470"/>
          <a:stretch/>
        </p:blipFill>
        <p:spPr>
          <a:xfrm flipH="1">
            <a:off x="925225" y="2160223"/>
            <a:ext cx="890850" cy="6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9" name="Google Shape;1839;p64"/>
          <p:cNvPicPr preferRelativeResize="0"/>
          <p:nvPr/>
        </p:nvPicPr>
        <p:blipFill rotWithShape="1">
          <a:blip r:embed="rId3">
            <a:alphaModFix/>
          </a:blip>
          <a:srcRect t="4104"/>
          <a:stretch/>
        </p:blipFill>
        <p:spPr>
          <a:xfrm>
            <a:off x="187964" y="900975"/>
            <a:ext cx="6321785" cy="42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0" name="Google Shape;1840;p64"/>
          <p:cNvSpPr txBox="1"/>
          <p:nvPr/>
        </p:nvSpPr>
        <p:spPr>
          <a:xfrm>
            <a:off x="1427550" y="167500"/>
            <a:ext cx="6288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Histograms of unprocessed features</a:t>
            </a:r>
            <a:endParaRPr sz="26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41" name="Google Shape;1841;p64"/>
          <p:cNvPicPr preferRelativeResize="0"/>
          <p:nvPr/>
        </p:nvPicPr>
        <p:blipFill rotWithShape="1">
          <a:blip r:embed="rId4">
            <a:alphaModFix/>
          </a:blip>
          <a:srcRect r="2219"/>
          <a:stretch/>
        </p:blipFill>
        <p:spPr>
          <a:xfrm>
            <a:off x="6433550" y="900975"/>
            <a:ext cx="2410975" cy="23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64"/>
          <p:cNvPicPr preferRelativeResize="0"/>
          <p:nvPr/>
        </p:nvPicPr>
        <p:blipFill rotWithShape="1">
          <a:blip r:embed="rId5">
            <a:alphaModFix/>
          </a:blip>
          <a:srcRect r="3725"/>
          <a:stretch/>
        </p:blipFill>
        <p:spPr>
          <a:xfrm>
            <a:off x="6433550" y="3206175"/>
            <a:ext cx="2410975" cy="19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7" name="Google Shape;1847;p65"/>
          <p:cNvGrpSpPr/>
          <p:nvPr/>
        </p:nvGrpSpPr>
        <p:grpSpPr>
          <a:xfrm>
            <a:off x="205614" y="887550"/>
            <a:ext cx="8656560" cy="4255950"/>
            <a:chOff x="187964" y="900975"/>
            <a:chExt cx="8656560" cy="4255950"/>
          </a:xfrm>
        </p:grpSpPr>
        <p:pic>
          <p:nvPicPr>
            <p:cNvPr id="1848" name="Google Shape;1848;p65"/>
            <p:cNvPicPr preferRelativeResize="0"/>
            <p:nvPr/>
          </p:nvPicPr>
          <p:blipFill rotWithShape="1">
            <a:blip r:embed="rId3">
              <a:alphaModFix/>
            </a:blip>
            <a:srcRect t="4104"/>
            <a:stretch/>
          </p:blipFill>
          <p:spPr>
            <a:xfrm>
              <a:off x="187964" y="900975"/>
              <a:ext cx="6321785" cy="4255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9" name="Google Shape;1849;p65"/>
            <p:cNvPicPr preferRelativeResize="0"/>
            <p:nvPr/>
          </p:nvPicPr>
          <p:blipFill rotWithShape="1">
            <a:blip r:embed="rId4">
              <a:alphaModFix/>
            </a:blip>
            <a:srcRect r="2219"/>
            <a:stretch/>
          </p:blipFill>
          <p:spPr>
            <a:xfrm>
              <a:off x="6433550" y="900975"/>
              <a:ext cx="2410975" cy="230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0" name="Google Shape;1850;p65"/>
            <p:cNvPicPr preferRelativeResize="0"/>
            <p:nvPr/>
          </p:nvPicPr>
          <p:blipFill rotWithShape="1">
            <a:blip r:embed="rId5">
              <a:alphaModFix/>
            </a:blip>
            <a:srcRect r="3725"/>
            <a:stretch/>
          </p:blipFill>
          <p:spPr>
            <a:xfrm>
              <a:off x="6433550" y="3206175"/>
              <a:ext cx="2410975" cy="1950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51" name="Google Shape;1851;p65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2179636" y="2175611"/>
            <a:ext cx="716553" cy="382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65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4250036" y="1786011"/>
            <a:ext cx="716553" cy="382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65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174336" y="3111661"/>
            <a:ext cx="716553" cy="382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4" name="Google Shape;1854;p65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2132311" y="3035461"/>
            <a:ext cx="716553" cy="382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5" name="Google Shape;1855;p65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4229836" y="4221211"/>
            <a:ext cx="716553" cy="382734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65"/>
          <p:cNvSpPr txBox="1"/>
          <p:nvPr/>
        </p:nvSpPr>
        <p:spPr>
          <a:xfrm>
            <a:off x="1262700" y="0"/>
            <a:ext cx="66186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Replacing 0 values in appropriate columns with class-specific median</a:t>
            </a:r>
            <a:endParaRPr sz="23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66"/>
          <p:cNvSpPr txBox="1"/>
          <p:nvPr/>
        </p:nvSpPr>
        <p:spPr>
          <a:xfrm>
            <a:off x="1227300" y="164600"/>
            <a:ext cx="66894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Histograms after replacing 0 values</a:t>
            </a:r>
            <a:endParaRPr sz="23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862" name="Google Shape;186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919800"/>
            <a:ext cx="6733919" cy="429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3" name="Google Shape;1863;p66"/>
          <p:cNvPicPr preferRelativeResize="0"/>
          <p:nvPr/>
        </p:nvPicPr>
        <p:blipFill rotWithShape="1">
          <a:blip r:embed="rId4">
            <a:alphaModFix/>
          </a:blip>
          <a:srcRect t="2123"/>
          <a:stretch/>
        </p:blipFill>
        <p:spPr>
          <a:xfrm>
            <a:off x="6741777" y="919800"/>
            <a:ext cx="2326023" cy="21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4" name="Google Shape;1864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1251" y="3029650"/>
            <a:ext cx="2276550" cy="213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67"/>
          <p:cNvSpPr txBox="1"/>
          <p:nvPr/>
        </p:nvSpPr>
        <p:spPr>
          <a:xfrm>
            <a:off x="489750" y="36625"/>
            <a:ext cx="8164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Removing outliers using </a:t>
            </a:r>
            <a:endParaRPr sz="23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z-score (±3) and IQR (1.5×IQR) methods</a:t>
            </a:r>
            <a:endParaRPr sz="23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870" name="Google Shape;187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919800"/>
            <a:ext cx="6733919" cy="429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1" name="Google Shape;1871;p67"/>
          <p:cNvPicPr preferRelativeResize="0"/>
          <p:nvPr/>
        </p:nvPicPr>
        <p:blipFill rotWithShape="1">
          <a:blip r:embed="rId4">
            <a:alphaModFix/>
          </a:blip>
          <a:srcRect t="2123"/>
          <a:stretch/>
        </p:blipFill>
        <p:spPr>
          <a:xfrm>
            <a:off x="6741777" y="919800"/>
            <a:ext cx="2326023" cy="21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2" name="Google Shape;1872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1251" y="3029650"/>
            <a:ext cx="2276550" cy="2136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3" name="Google Shape;1873;p67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3694186" y="4259561"/>
            <a:ext cx="716553" cy="382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4" name="Google Shape;1874;p67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8276436" y="4186286"/>
            <a:ext cx="716553" cy="382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5" name="Google Shape;1875;p67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8276436" y="2091761"/>
            <a:ext cx="716553" cy="382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6" name="Google Shape;1876;p67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1578161" y="2167961"/>
            <a:ext cx="716553" cy="382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7" name="Google Shape;1877;p67" descr="a black and white arrow points to the righ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73408">
            <a:off x="6035386" y="4259561"/>
            <a:ext cx="716553" cy="382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68"/>
          <p:cNvSpPr txBox="1"/>
          <p:nvPr/>
        </p:nvSpPr>
        <p:spPr>
          <a:xfrm>
            <a:off x="1227300" y="88400"/>
            <a:ext cx="66894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Histograms after removing outliers</a:t>
            </a:r>
            <a:endParaRPr sz="23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(n=667)</a:t>
            </a:r>
            <a:endParaRPr sz="23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83" name="Google Shape;1883;p68"/>
          <p:cNvPicPr preferRelativeResize="0"/>
          <p:nvPr/>
        </p:nvPicPr>
        <p:blipFill rotWithShape="1">
          <a:blip r:embed="rId3">
            <a:alphaModFix/>
          </a:blip>
          <a:srcRect t="3505" b="31932"/>
          <a:stretch/>
        </p:blipFill>
        <p:spPr>
          <a:xfrm>
            <a:off x="152400" y="947197"/>
            <a:ext cx="6561150" cy="419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" name="Google Shape;1884;p68"/>
          <p:cNvPicPr preferRelativeResize="0"/>
          <p:nvPr/>
        </p:nvPicPr>
        <p:blipFill rotWithShape="1">
          <a:blip r:embed="rId3">
            <a:alphaModFix/>
          </a:blip>
          <a:srcRect l="33413" t="68065" r="33233"/>
          <a:stretch/>
        </p:blipFill>
        <p:spPr>
          <a:xfrm>
            <a:off x="6713550" y="3043925"/>
            <a:ext cx="2210550" cy="2099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68"/>
          <p:cNvPicPr preferRelativeResize="0"/>
          <p:nvPr/>
        </p:nvPicPr>
        <p:blipFill rotWithShape="1">
          <a:blip r:embed="rId3">
            <a:alphaModFix/>
          </a:blip>
          <a:srcRect t="68065" r="66648"/>
          <a:stretch/>
        </p:blipFill>
        <p:spPr>
          <a:xfrm>
            <a:off x="6713550" y="947200"/>
            <a:ext cx="2210550" cy="209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69"/>
          <p:cNvSpPr txBox="1">
            <a:spLocks noGrp="1"/>
          </p:cNvSpPr>
          <p:nvPr>
            <p:ph type="title"/>
          </p:nvPr>
        </p:nvSpPr>
        <p:spPr>
          <a:xfrm>
            <a:off x="434975" y="201500"/>
            <a:ext cx="6636600" cy="12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mfortaa"/>
                <a:ea typeface="Comfortaa"/>
                <a:cs typeface="Comfortaa"/>
                <a:sym typeface="Comfortaa"/>
              </a:rPr>
              <a:t>Pearson Correlation Heatmap</a:t>
            </a:r>
            <a:endParaRPr sz="30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91" name="Google Shape;189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250" y="1000425"/>
            <a:ext cx="4798175" cy="417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2" name="Google Shape;189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5163" y="809500"/>
            <a:ext cx="4452413" cy="2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69"/>
          <p:cNvSpPr txBox="1"/>
          <p:nvPr/>
        </p:nvSpPr>
        <p:spPr>
          <a:xfrm>
            <a:off x="-80050" y="1762875"/>
            <a:ext cx="41007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omfortaa"/>
              <a:buChar char="●"/>
            </a:pPr>
            <a:r>
              <a:rPr lang="en">
                <a:solidFill>
                  <a:srgbClr val="21212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Visualizes the strength of linear relationships between features and the target (Outcome)</a:t>
            </a:r>
            <a:endParaRPr>
              <a:solidFill>
                <a:srgbClr val="21212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omfortaa"/>
              <a:buChar char="●"/>
            </a:pPr>
            <a:r>
              <a:rPr lang="en">
                <a:solidFill>
                  <a:srgbClr val="21212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Helps identify important predictors and potential multicollinearity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70"/>
          <p:cNvSpPr txBox="1">
            <a:spLocks noGrp="1"/>
          </p:cNvSpPr>
          <p:nvPr>
            <p:ph type="title"/>
          </p:nvPr>
        </p:nvSpPr>
        <p:spPr>
          <a:xfrm>
            <a:off x="339175" y="271550"/>
            <a:ext cx="7891200" cy="79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mfortaa"/>
                <a:ea typeface="Comfortaa"/>
                <a:cs typeface="Comfortaa"/>
                <a:sym typeface="Comfortaa"/>
              </a:rPr>
              <a:t>Train-Test Split with Stratification</a:t>
            </a:r>
            <a:endParaRPr sz="31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99" name="Google Shape;18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575" y="1545175"/>
            <a:ext cx="4410301" cy="22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0" name="Google Shape;1900;p70"/>
          <p:cNvSpPr txBox="1"/>
          <p:nvPr/>
        </p:nvSpPr>
        <p:spPr>
          <a:xfrm>
            <a:off x="89875" y="1179100"/>
            <a:ext cx="44694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●"/>
            </a:pPr>
            <a:r>
              <a:rPr lang="en">
                <a:solidFill>
                  <a:srgbClr val="188038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train_test_split()</a:t>
            </a: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 from </a:t>
            </a:r>
            <a:r>
              <a:rPr lang="en">
                <a:solidFill>
                  <a:srgbClr val="188038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sklearn.model_selection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●"/>
            </a:pPr>
            <a:r>
              <a:rPr lang="en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80% Training, 20% Testing</a:t>
            </a:r>
            <a:endParaRPr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Stratified sampling using stratify=y to maintain class balance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●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random_state = 42 for reproducibility</a:t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901" name="Google Shape;1901;p70"/>
          <p:cNvSpPr txBox="1"/>
          <p:nvPr/>
        </p:nvSpPr>
        <p:spPr>
          <a:xfrm>
            <a:off x="511400" y="3119600"/>
            <a:ext cx="3370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Resulting Split</a:t>
            </a:r>
            <a:endParaRPr b="1" u="sng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X_train: (533 samples, 8 features)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X_test: (134 samples, 8 features)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71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mfortaa"/>
                <a:ea typeface="Comfortaa"/>
                <a:cs typeface="Comfortaa"/>
                <a:sym typeface="Comfortaa"/>
              </a:rPr>
              <a:t>Feature Scaling</a:t>
            </a:r>
            <a:endParaRPr sz="30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07" name="Google Shape;1907;p71"/>
          <p:cNvPicPr preferRelativeResize="0"/>
          <p:nvPr/>
        </p:nvPicPr>
        <p:blipFill rotWithShape="1">
          <a:blip r:embed="rId3">
            <a:alphaModFix/>
          </a:blip>
          <a:srcRect r="5356"/>
          <a:stretch/>
        </p:blipFill>
        <p:spPr>
          <a:xfrm>
            <a:off x="4151900" y="1658900"/>
            <a:ext cx="4881425" cy="18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8" name="Google Shape;1908;p71"/>
          <p:cNvSpPr txBox="1"/>
          <p:nvPr/>
        </p:nvSpPr>
        <p:spPr>
          <a:xfrm>
            <a:off x="138100" y="1294400"/>
            <a:ext cx="4049100" cy="27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●"/>
            </a:pP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Applied </a:t>
            </a:r>
            <a:r>
              <a:rPr lang="en">
                <a:solidFill>
                  <a:srgbClr val="188038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StandardScaler</a:t>
            </a: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 from</a:t>
            </a:r>
            <a:r>
              <a:rPr lang="en" sz="17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 </a:t>
            </a:r>
            <a:r>
              <a:rPr lang="en">
                <a:solidFill>
                  <a:srgbClr val="188038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sklearn.preprocessing</a:t>
            </a:r>
            <a:endParaRPr>
              <a:solidFill>
                <a:srgbClr val="188038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Transformed features to have    mean = 0 and standard deviation = 1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Fitted on training data only to avoid data leakage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Same scaling applied to both training and test sets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72"/>
          <p:cNvSpPr txBox="1">
            <a:spLocks noGrp="1"/>
          </p:cNvSpPr>
          <p:nvPr>
            <p:ph type="title"/>
          </p:nvPr>
        </p:nvSpPr>
        <p:spPr>
          <a:xfrm>
            <a:off x="415200" y="372275"/>
            <a:ext cx="908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mfortaa"/>
                <a:ea typeface="Comfortaa"/>
                <a:cs typeface="Comfortaa"/>
                <a:sym typeface="Comfortaa"/>
              </a:rPr>
              <a:t>SMOTE: Synthetic Minority Oversampling</a:t>
            </a:r>
            <a:endParaRPr sz="30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14" name="Google Shape;191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948" y="3297325"/>
            <a:ext cx="7330050" cy="106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72"/>
          <p:cNvSpPr txBox="1"/>
          <p:nvPr/>
        </p:nvSpPr>
        <p:spPr>
          <a:xfrm>
            <a:off x="768550" y="1287175"/>
            <a:ext cx="36099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 Medium"/>
              <a:buChar char="●"/>
            </a:pP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Original classes imbalanced (Outcome = 1 only 34 %).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 Medium"/>
              <a:buChar char="●"/>
            </a:pP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Perform Synthetic Minority Oversampling Technique (SMOTE) on training data only</a:t>
            </a:r>
            <a:r>
              <a:rPr lang="en" sz="1100">
                <a:latin typeface="Comfortaa Medium"/>
                <a:ea typeface="Comfortaa Medium"/>
                <a:cs typeface="Comfortaa Medium"/>
                <a:sym typeface="Comfortaa Medium"/>
              </a:rPr>
              <a:t>.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916" name="Google Shape;1916;p72"/>
          <p:cNvSpPr txBox="1"/>
          <p:nvPr/>
        </p:nvSpPr>
        <p:spPr>
          <a:xfrm>
            <a:off x="4685650" y="1100875"/>
            <a:ext cx="3273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u="sng">
                <a:latin typeface="Comfortaa"/>
                <a:ea typeface="Comfortaa"/>
                <a:cs typeface="Comfortaa"/>
                <a:sym typeface="Comfortaa"/>
              </a:rPr>
              <a:t>Result</a:t>
            </a:r>
            <a:endParaRPr b="1" u="sng"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Classes perfectly balanced → </a:t>
            </a: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363 vs 363 samples</a:t>
            </a: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.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lang="en">
                <a:latin typeface="Comfortaa Medium"/>
                <a:ea typeface="Comfortaa Medium"/>
                <a:cs typeface="Comfortaa Medium"/>
                <a:sym typeface="Comfortaa Medium"/>
              </a:rPr>
              <a:t>Reduces bias, boosts recall &amp; F1 on minority class.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73"/>
          <p:cNvSpPr txBox="1">
            <a:spLocks noGrp="1"/>
          </p:cNvSpPr>
          <p:nvPr>
            <p:ph type="title"/>
          </p:nvPr>
        </p:nvSpPr>
        <p:spPr>
          <a:xfrm>
            <a:off x="329150" y="125300"/>
            <a:ext cx="5844900" cy="12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mfortaa"/>
                <a:ea typeface="Comfortaa"/>
                <a:cs typeface="Comfortaa"/>
                <a:sym typeface="Comfortaa"/>
              </a:rPr>
              <a:t>Model Selection</a:t>
            </a:r>
            <a:endParaRPr sz="30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22" name="Google Shape;192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950" y="710775"/>
            <a:ext cx="3860100" cy="443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74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mfortaa"/>
                <a:ea typeface="Comfortaa"/>
                <a:cs typeface="Comfortaa"/>
                <a:sym typeface="Comfortaa"/>
              </a:rPr>
              <a:t>Model Performance</a:t>
            </a:r>
            <a:endParaRPr sz="30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28" name="Google Shape;1928;p74"/>
          <p:cNvSpPr txBox="1">
            <a:spLocks noGrp="1"/>
          </p:cNvSpPr>
          <p:nvPr>
            <p:ph type="subTitle" idx="4294967295"/>
          </p:nvPr>
        </p:nvSpPr>
        <p:spPr>
          <a:xfrm>
            <a:off x="1219175" y="3901125"/>
            <a:ext cx="2004000" cy="4662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latin typeface="Comfortaa"/>
                <a:ea typeface="Comfortaa"/>
                <a:cs typeface="Comfortaa"/>
                <a:sym typeface="Comfortaa"/>
              </a:rPr>
              <a:t>AdaBoost</a:t>
            </a:r>
            <a:endParaRPr sz="19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29" name="Google Shape;1929;p74"/>
          <p:cNvSpPr txBox="1">
            <a:spLocks noGrp="1"/>
          </p:cNvSpPr>
          <p:nvPr>
            <p:ph type="subTitle" idx="4294967295"/>
          </p:nvPr>
        </p:nvSpPr>
        <p:spPr>
          <a:xfrm>
            <a:off x="5920825" y="3901125"/>
            <a:ext cx="2004000" cy="4662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latin typeface="Comfortaa"/>
                <a:ea typeface="Comfortaa"/>
                <a:cs typeface="Comfortaa"/>
                <a:sym typeface="Comfortaa"/>
              </a:rPr>
              <a:t>XGBoost</a:t>
            </a:r>
            <a:endParaRPr sz="19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30" name="Google Shape;1930;p74"/>
          <p:cNvSpPr txBox="1">
            <a:spLocks noGrp="1"/>
          </p:cNvSpPr>
          <p:nvPr>
            <p:ph type="subTitle" idx="4294967295"/>
          </p:nvPr>
        </p:nvSpPr>
        <p:spPr>
          <a:xfrm>
            <a:off x="3472350" y="3901125"/>
            <a:ext cx="2214000" cy="4662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latin typeface="Comfortaa"/>
                <a:ea typeface="Comfortaa"/>
                <a:cs typeface="Comfortaa"/>
                <a:sym typeface="Comfortaa"/>
              </a:rPr>
              <a:t>Random Forest</a:t>
            </a:r>
            <a:endParaRPr sz="1900"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31" name="Google Shape;193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488" y="1460951"/>
            <a:ext cx="5671775" cy="199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2" name="Google Shape;1932;p74"/>
          <p:cNvSpPr/>
          <p:nvPr/>
        </p:nvSpPr>
        <p:spPr>
          <a:xfrm>
            <a:off x="1570500" y="1612675"/>
            <a:ext cx="5671800" cy="572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75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AdaBoost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38" name="Google Shape;1938;p75"/>
          <p:cNvSpPr txBox="1"/>
          <p:nvPr/>
        </p:nvSpPr>
        <p:spPr>
          <a:xfrm>
            <a:off x="715100" y="1285875"/>
            <a:ext cx="74634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Starts by training a base classifier on the original dataset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Then, adjusts weights of the training samples: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○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Misclassified samples are given higher weights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○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This makes the next classifier focus more on the "hard" cases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This process is repeated for several rounds, each time creating a new classifier that learns from the errors of the previous one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The final prediction is a weighted vote of all classifiers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76"/>
          <p:cNvSpPr txBox="1">
            <a:spLocks noGrp="1"/>
          </p:cNvSpPr>
          <p:nvPr>
            <p:ph type="title"/>
          </p:nvPr>
        </p:nvSpPr>
        <p:spPr>
          <a:xfrm>
            <a:off x="415200" y="448025"/>
            <a:ext cx="855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AdaBoost - Hyperparameter Tuning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44" name="Google Shape;1944;p76" title="Screenshot 2025-04-21 at 9.24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899" y="1347850"/>
            <a:ext cx="3448199" cy="18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76"/>
          <p:cNvSpPr txBox="1"/>
          <p:nvPr/>
        </p:nvSpPr>
        <p:spPr>
          <a:xfrm>
            <a:off x="1933575" y="3346400"/>
            <a:ext cx="57678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Best Parameters:</a:t>
            </a:r>
            <a:endParaRPr b="1" u="sng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'learning_rate': 0.4729080547055919, 	'n_estimators': 271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Best Validation AUC Score: 0.9582</a:t>
            </a:r>
            <a:endParaRPr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77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Random Forest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51" name="Google Shape;1951;p77"/>
          <p:cNvSpPr txBox="1"/>
          <p:nvPr/>
        </p:nvSpPr>
        <p:spPr>
          <a:xfrm>
            <a:off x="628650" y="1276350"/>
            <a:ext cx="7749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Ensemble of decision trees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Each tree is trained on a bootstrapped (randomly sampled with replacement) subset of the data.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Trees in the forest use the “best” split strategy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6" name="Google Shape;1956;p78" title="Screenshot 2025-04-21 at 9.20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325" y="915825"/>
            <a:ext cx="2753350" cy="23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78"/>
          <p:cNvSpPr txBox="1">
            <a:spLocks noGrp="1"/>
          </p:cNvSpPr>
          <p:nvPr>
            <p:ph type="title"/>
          </p:nvPr>
        </p:nvSpPr>
        <p:spPr>
          <a:xfrm>
            <a:off x="720000" y="295625"/>
            <a:ext cx="11210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Comfortaa"/>
                <a:ea typeface="Comfortaa"/>
                <a:cs typeface="Comfortaa"/>
                <a:sym typeface="Comfortaa"/>
              </a:rPr>
              <a:t>Random Forest - Hyperparameter Tuning</a:t>
            </a:r>
            <a:endParaRPr sz="29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58" name="Google Shape;1958;p78"/>
          <p:cNvSpPr txBox="1"/>
          <p:nvPr/>
        </p:nvSpPr>
        <p:spPr>
          <a:xfrm>
            <a:off x="1381125" y="3232750"/>
            <a:ext cx="66633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Best Parameters:</a:t>
            </a:r>
            <a:endParaRPr b="1" u="sng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'bootstrap': True, 				'min_impurity_decrease': 0.0,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'max_depth': 10, 				'min_samples_leaf': 2,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'max_features': 0.5365005170541954, 		'min_samples_split': 4, 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'max_leaf_nodes': 61, 				'n_estimators': 163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Best Validation AUC Score: 0.9636</a:t>
            </a:r>
            <a:endParaRPr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79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mfortaa"/>
                <a:ea typeface="Comfortaa"/>
                <a:cs typeface="Comfortaa"/>
                <a:sym typeface="Comfortaa"/>
              </a:rPr>
              <a:t>Extreme Gradient Boosting (XGBoost)</a:t>
            </a:r>
            <a:endParaRPr sz="30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64" name="Google Shape;1964;p79"/>
          <p:cNvSpPr txBox="1"/>
          <p:nvPr/>
        </p:nvSpPr>
        <p:spPr>
          <a:xfrm>
            <a:off x="838200" y="1143000"/>
            <a:ext cx="73014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Ensemble of decision trees built using a gradient boosting framework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Improves on the gradient boosting framework by: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○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using systems optimization and algorithmic enhancements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○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producing an accurate model of the relationship between the dependent variable and the independent variables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80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mfortaa"/>
                <a:ea typeface="Comfortaa"/>
                <a:cs typeface="Comfortaa"/>
                <a:sym typeface="Comfortaa"/>
              </a:rPr>
              <a:t>XGBoost - Hyperparameter Tuning</a:t>
            </a:r>
            <a:endParaRPr sz="30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70" name="Google Shape;1970;p80" title="Screenshot 2025-04-21 at 9.15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3696" y="1088350"/>
            <a:ext cx="5036600" cy="2124280"/>
          </a:xfrm>
          <a:prstGeom prst="rect">
            <a:avLst/>
          </a:prstGeom>
          <a:noFill/>
          <a:ln>
            <a:noFill/>
          </a:ln>
        </p:spPr>
      </p:pic>
      <p:sp>
        <p:nvSpPr>
          <p:cNvPr id="1971" name="Google Shape;1971;p80"/>
          <p:cNvSpPr txBox="1"/>
          <p:nvPr/>
        </p:nvSpPr>
        <p:spPr>
          <a:xfrm>
            <a:off x="1304925" y="3267075"/>
            <a:ext cx="74919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Best Parameters:</a:t>
            </a:r>
            <a:endParaRPr b="1" u="sng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'colsample_bytree': 0.5264102643726934,		'n_estimators': 284, 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'learning_rate': 0.045222143641251954,		'subsample': 0.9183503252059635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'max_depth': 15, 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Best Validation AUC Score: 0.9694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81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Summary of Tuned Models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1977" name="Google Shape;1977;p81"/>
          <p:cNvGraphicFramePr/>
          <p:nvPr/>
        </p:nvGraphicFramePr>
        <p:xfrm>
          <a:off x="483500" y="1379925"/>
          <a:ext cx="7546075" cy="2923330"/>
        </p:xfrm>
        <a:graphic>
          <a:graphicData uri="http://schemas.openxmlformats.org/drawingml/2006/table">
            <a:tbl>
              <a:tblPr>
                <a:noFill/>
                <a:tableStyleId>{A52E52D2-AC0F-4884-9F85-B85A5E3516C2}</a:tableStyleId>
              </a:tblPr>
              <a:tblGrid>
                <a:gridCol w="178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1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Accuracy</a:t>
                      </a:r>
                      <a:endParaRPr b="1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Precision</a:t>
                      </a:r>
                      <a:endParaRPr b="1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Recall</a:t>
                      </a:r>
                      <a:endParaRPr b="1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F1-Score</a:t>
                      </a:r>
                      <a:endParaRPr b="1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AUC</a:t>
                      </a:r>
                      <a:endParaRPr b="1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AdaBoost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0.925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0.923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0.837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0.878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0.961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Random Forest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0.918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0.881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0.860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0.871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0.950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XGBoost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0.918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0.921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0.814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0.864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0.968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Tuned AdaBoost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0.933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0.925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0.860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188038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0.892</a:t>
                      </a:r>
                      <a:endParaRPr b="1">
                        <a:solidFill>
                          <a:srgbClr val="188038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0.967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Tuned 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Random Forest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0.925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0.884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188038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0.884</a:t>
                      </a:r>
                      <a:endParaRPr b="1">
                        <a:solidFill>
                          <a:srgbClr val="188038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0.884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0.960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Tuned XGBoost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0.918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0.921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0.814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0.864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0.971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78" name="Google Shape;1978;p81"/>
          <p:cNvSpPr txBox="1"/>
          <p:nvPr/>
        </p:nvSpPr>
        <p:spPr>
          <a:xfrm>
            <a:off x="2385600" y="4544625"/>
            <a:ext cx="437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Final Model: Tuned Random Forest</a:t>
            </a:r>
            <a:endParaRPr sz="16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82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Receiver Operating Characteristic (ROC) curve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84" name="Google Shape;198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840" y="1020725"/>
            <a:ext cx="5520323" cy="41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83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mfortaa"/>
                <a:ea typeface="Comfortaa"/>
                <a:cs typeface="Comfortaa"/>
                <a:sym typeface="Comfortaa"/>
              </a:rPr>
              <a:t>Permutation-based feature importance</a:t>
            </a:r>
            <a:endParaRPr sz="2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90" name="Google Shape;199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5525"/>
            <a:ext cx="9143997" cy="3165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84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mfortaa"/>
                <a:ea typeface="Comfortaa"/>
                <a:cs typeface="Comfortaa"/>
                <a:sym typeface="Comfortaa"/>
              </a:rPr>
              <a:t>Permutation-based feature importance</a:t>
            </a:r>
            <a:endParaRPr sz="2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96" name="Google Shape;199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563" y="1139325"/>
            <a:ext cx="6718875" cy="400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85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mfortaa"/>
                <a:ea typeface="Comfortaa"/>
                <a:cs typeface="Comfortaa"/>
                <a:sym typeface="Comfortaa"/>
              </a:rPr>
              <a:t>SHAP feature importance</a:t>
            </a:r>
            <a:endParaRPr sz="2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002" name="Google Shape;200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469" y="1020725"/>
            <a:ext cx="6979068" cy="41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86"/>
          <p:cNvSpPr txBox="1">
            <a:spLocks noGrp="1"/>
          </p:cNvSpPr>
          <p:nvPr>
            <p:ph type="title"/>
          </p:nvPr>
        </p:nvSpPr>
        <p:spPr>
          <a:xfrm>
            <a:off x="720000" y="2956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mfortaa"/>
                <a:ea typeface="Comfortaa"/>
                <a:cs typeface="Comfortaa"/>
                <a:sym typeface="Comfortaa"/>
              </a:rPr>
              <a:t>Clustering top features (KMeans)</a:t>
            </a:r>
            <a:endParaRPr sz="2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008" name="Google Shape;200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1100" y="923000"/>
            <a:ext cx="4428799" cy="422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87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mfortaa"/>
                <a:ea typeface="Comfortaa"/>
                <a:cs typeface="Comfortaa"/>
                <a:sym typeface="Comfortaa"/>
              </a:rPr>
              <a:t>Clustering top features (KMeans)</a:t>
            </a:r>
            <a:endParaRPr sz="2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014" name="Google Shape;201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0" y="1360588"/>
            <a:ext cx="3019124" cy="28771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5" name="Google Shape;2015;p87"/>
          <p:cNvGraphicFramePr/>
          <p:nvPr/>
        </p:nvGraphicFramePr>
        <p:xfrm>
          <a:off x="3086375" y="1115075"/>
          <a:ext cx="5395500" cy="3542642"/>
        </p:xfrm>
        <a:graphic>
          <a:graphicData uri="http://schemas.openxmlformats.org/drawingml/2006/table">
            <a:tbl>
              <a:tblPr>
                <a:noFill/>
                <a:tableStyleId>{279D814F-3ED8-4560-BDF6-BD3B97164879}</a:tableStyleId>
              </a:tblPr>
              <a:tblGrid>
                <a:gridCol w="82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4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Cluster </a:t>
                      </a:r>
                      <a:endParaRPr sz="1200" b="1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Count</a:t>
                      </a:r>
                      <a:endParaRPr sz="1200" b="1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Diabetes Rate</a:t>
                      </a:r>
                      <a:endParaRPr sz="1200" b="1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Interpretation</a:t>
                      </a:r>
                      <a:endParaRPr sz="1200" b="1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0000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37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0.135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Likely non-diabetic cluster with relatively normal metabolic indicators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000FF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</a:t>
                      </a:r>
                      <a:endParaRPr sz="1200">
                        <a:solidFill>
                          <a:srgbClr val="0000FF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22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0.864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Likely diabetic patients with elevated Glucose and Insulin (possibly insulin-resistant group)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</a:t>
                      </a:r>
                      <a:endParaRPr sz="1200">
                        <a:solidFill>
                          <a:srgbClr val="188038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30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0.533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Mixed-risk group, possibly pre-diabetics with elevated Insulin with moderate Glucose.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9900FF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</a:t>
                      </a:r>
                      <a:endParaRPr sz="1200">
                        <a:solidFill>
                          <a:srgbClr val="9900FF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45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0.067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Very low-risk cluster, metabolically healthy patients</a:t>
                      </a:r>
                      <a:endParaRPr sz="12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16" name="Google Shape;2016;p87" title="noun-diabetes-7402566.png"/>
          <p:cNvPicPr preferRelativeResize="0"/>
          <p:nvPr/>
        </p:nvPicPr>
        <p:blipFill rotWithShape="1">
          <a:blip r:embed="rId4">
            <a:alphaModFix/>
          </a:blip>
          <a:srcRect b="13502"/>
          <a:stretch/>
        </p:blipFill>
        <p:spPr>
          <a:xfrm>
            <a:off x="8481875" y="2498300"/>
            <a:ext cx="66212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7" name="Google Shape;2017;p87" title="noun-healthy-person-6498355.png"/>
          <p:cNvPicPr preferRelativeResize="0"/>
          <p:nvPr/>
        </p:nvPicPr>
        <p:blipFill rotWithShape="1">
          <a:blip r:embed="rId5">
            <a:alphaModFix/>
          </a:blip>
          <a:srcRect b="16043"/>
          <a:stretch/>
        </p:blipFill>
        <p:spPr>
          <a:xfrm>
            <a:off x="8429775" y="3965150"/>
            <a:ext cx="766301" cy="64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88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mfortaa"/>
                <a:ea typeface="Comfortaa"/>
                <a:cs typeface="Comfortaa"/>
                <a:sym typeface="Comfortaa"/>
              </a:rPr>
              <a:t>Insights &amp; Conclusions</a:t>
            </a:r>
            <a:endParaRPr sz="2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23" name="Google Shape;2023;p88"/>
          <p:cNvSpPr txBox="1"/>
          <p:nvPr/>
        </p:nvSpPr>
        <p:spPr>
          <a:xfrm>
            <a:off x="838200" y="1143000"/>
            <a:ext cx="73014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Robust preprocessing (outlier removal, scaling, balancing) significantly improved model performance.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The top 3 models were all ensemble-based: AdaBoost, XGBoost, and Random Forest.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Random Forest was chosen for its high recall (0.884), strong F1-score (0.884), and AUC (0.960), making it well-suited for medical prediction.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SHAP and permutation importance identified Insulin, Skin Thickness, and Glucose as key features.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 Medium"/>
              <a:buChar char="➢"/>
            </a:pPr>
            <a:r>
              <a:rPr lang="en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KMeans clustering on these features revealed 4 distinct patient groups, from low-risk to likely diabetic profiles, offering potential for targeted risk stratification.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8" name="Google Shape;2028;p89"/>
          <p:cNvGrpSpPr/>
          <p:nvPr/>
        </p:nvGrpSpPr>
        <p:grpSpPr>
          <a:xfrm>
            <a:off x="288649" y="662987"/>
            <a:ext cx="3317459" cy="3497982"/>
            <a:chOff x="288649" y="662987"/>
            <a:chExt cx="3317459" cy="3497982"/>
          </a:xfrm>
        </p:grpSpPr>
        <p:grpSp>
          <p:nvGrpSpPr>
            <p:cNvPr id="2029" name="Google Shape;2029;p89"/>
            <p:cNvGrpSpPr/>
            <p:nvPr/>
          </p:nvGrpSpPr>
          <p:grpSpPr>
            <a:xfrm>
              <a:off x="288649" y="662987"/>
              <a:ext cx="3317459" cy="3497982"/>
              <a:chOff x="288649" y="662987"/>
              <a:chExt cx="3317459" cy="3497982"/>
            </a:xfrm>
          </p:grpSpPr>
          <p:grpSp>
            <p:nvGrpSpPr>
              <p:cNvPr id="2030" name="Google Shape;2030;p89"/>
              <p:cNvGrpSpPr/>
              <p:nvPr/>
            </p:nvGrpSpPr>
            <p:grpSpPr>
              <a:xfrm>
                <a:off x="288649" y="662987"/>
                <a:ext cx="3317459" cy="3497982"/>
                <a:chOff x="4659400" y="1161800"/>
                <a:chExt cx="1250550" cy="1318600"/>
              </a:xfrm>
            </p:grpSpPr>
            <p:sp>
              <p:nvSpPr>
                <p:cNvPr id="2031" name="Google Shape;2031;p89"/>
                <p:cNvSpPr/>
                <p:nvPr/>
              </p:nvSpPr>
              <p:spPr>
                <a:xfrm>
                  <a:off x="4666775" y="1814000"/>
                  <a:ext cx="1243175" cy="66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27" h="26656" extrusionOk="0">
                      <a:moveTo>
                        <a:pt x="17488" y="0"/>
                      </a:moveTo>
                      <a:lnTo>
                        <a:pt x="4142" y="7727"/>
                      </a:lnTo>
                      <a:lnTo>
                        <a:pt x="9761" y="10980"/>
                      </a:lnTo>
                      <a:lnTo>
                        <a:pt x="1" y="16600"/>
                      </a:lnTo>
                      <a:lnTo>
                        <a:pt x="17636" y="26656"/>
                      </a:lnTo>
                      <a:lnTo>
                        <a:pt x="27248" y="21110"/>
                      </a:lnTo>
                      <a:lnTo>
                        <a:pt x="36380" y="26397"/>
                      </a:lnTo>
                      <a:lnTo>
                        <a:pt x="49726" y="18670"/>
                      </a:lnTo>
                      <a:lnTo>
                        <a:pt x="1748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2" name="Google Shape;2032;p89"/>
                <p:cNvSpPr/>
                <p:nvPr/>
              </p:nvSpPr>
              <p:spPr>
                <a:xfrm>
                  <a:off x="5540225" y="1512675"/>
                  <a:ext cx="166375" cy="2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5" h="10870" extrusionOk="0">
                      <a:moveTo>
                        <a:pt x="5176" y="1"/>
                      </a:moveTo>
                      <a:cubicBezTo>
                        <a:pt x="5176" y="1"/>
                        <a:pt x="5102" y="3883"/>
                        <a:pt x="5102" y="4696"/>
                      </a:cubicBezTo>
                      <a:cubicBezTo>
                        <a:pt x="5102" y="5583"/>
                        <a:pt x="5250" y="7395"/>
                        <a:pt x="3697" y="8023"/>
                      </a:cubicBezTo>
                      <a:cubicBezTo>
                        <a:pt x="2181" y="8689"/>
                        <a:pt x="0" y="9502"/>
                        <a:pt x="0" y="9502"/>
                      </a:cubicBezTo>
                      <a:lnTo>
                        <a:pt x="2034" y="10870"/>
                      </a:lnTo>
                      <a:cubicBezTo>
                        <a:pt x="2034" y="10870"/>
                        <a:pt x="4141" y="9983"/>
                        <a:pt x="5176" y="9280"/>
                      </a:cubicBezTo>
                      <a:cubicBezTo>
                        <a:pt x="6655" y="8356"/>
                        <a:pt x="6544" y="5879"/>
                        <a:pt x="6544" y="4252"/>
                      </a:cubicBezTo>
                      <a:cubicBezTo>
                        <a:pt x="6544" y="2626"/>
                        <a:pt x="6248" y="555"/>
                        <a:pt x="6248" y="555"/>
                      </a:cubicBezTo>
                      <a:lnTo>
                        <a:pt x="517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3" name="Google Shape;2033;p89"/>
                <p:cNvSpPr/>
                <p:nvPr/>
              </p:nvSpPr>
              <p:spPr>
                <a:xfrm>
                  <a:off x="5415450" y="1674425"/>
                  <a:ext cx="247725" cy="13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9" h="5251" extrusionOk="0">
                      <a:moveTo>
                        <a:pt x="4954" y="0"/>
                      </a:moveTo>
                      <a:cubicBezTo>
                        <a:pt x="2218" y="0"/>
                        <a:pt x="0" y="1184"/>
                        <a:pt x="0" y="2625"/>
                      </a:cubicBezTo>
                      <a:cubicBezTo>
                        <a:pt x="0" y="4104"/>
                        <a:pt x="2218" y="5250"/>
                        <a:pt x="4954" y="5250"/>
                      </a:cubicBezTo>
                      <a:cubicBezTo>
                        <a:pt x="7690" y="5250"/>
                        <a:pt x="9908" y="4067"/>
                        <a:pt x="9908" y="2625"/>
                      </a:cubicBezTo>
                      <a:cubicBezTo>
                        <a:pt x="9908" y="1184"/>
                        <a:pt x="7690" y="0"/>
                        <a:pt x="4954" y="0"/>
                      </a:cubicBezTo>
                      <a:close/>
                    </a:path>
                  </a:pathLst>
                </a:custGeom>
                <a:solidFill>
                  <a:srgbClr val="DF3F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4" name="Google Shape;2034;p89"/>
                <p:cNvSpPr/>
                <p:nvPr/>
              </p:nvSpPr>
              <p:spPr>
                <a:xfrm>
                  <a:off x="5417300" y="1698450"/>
                  <a:ext cx="245875" cy="4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5" h="1665" extrusionOk="0">
                      <a:moveTo>
                        <a:pt x="222" y="1"/>
                      </a:moveTo>
                      <a:lnTo>
                        <a:pt x="0" y="1664"/>
                      </a:lnTo>
                      <a:lnTo>
                        <a:pt x="9834" y="1664"/>
                      </a:lnTo>
                      <a:lnTo>
                        <a:pt x="961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5" name="Google Shape;2035;p89"/>
                <p:cNvSpPr/>
                <p:nvPr/>
              </p:nvSpPr>
              <p:spPr>
                <a:xfrm>
                  <a:off x="5420050" y="1645775"/>
                  <a:ext cx="238500" cy="12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0" h="5066" extrusionOk="0">
                      <a:moveTo>
                        <a:pt x="4770" y="0"/>
                      </a:moveTo>
                      <a:cubicBezTo>
                        <a:pt x="2145" y="0"/>
                        <a:pt x="1" y="1146"/>
                        <a:pt x="1" y="2514"/>
                      </a:cubicBezTo>
                      <a:cubicBezTo>
                        <a:pt x="1" y="3956"/>
                        <a:pt x="2145" y="5065"/>
                        <a:pt x="4770" y="5065"/>
                      </a:cubicBezTo>
                      <a:cubicBezTo>
                        <a:pt x="7395" y="5065"/>
                        <a:pt x="9539" y="3919"/>
                        <a:pt x="9539" y="2514"/>
                      </a:cubicBezTo>
                      <a:cubicBezTo>
                        <a:pt x="9539" y="1146"/>
                        <a:pt x="7395" y="0"/>
                        <a:pt x="477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6" name="Google Shape;2036;p89"/>
                <p:cNvSpPr/>
                <p:nvPr/>
              </p:nvSpPr>
              <p:spPr>
                <a:xfrm>
                  <a:off x="5617850" y="1365600"/>
                  <a:ext cx="171950" cy="30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78" h="12021" extrusionOk="0">
                      <a:moveTo>
                        <a:pt x="1652" y="0"/>
                      </a:moveTo>
                      <a:cubicBezTo>
                        <a:pt x="692" y="0"/>
                        <a:pt x="1" y="891"/>
                        <a:pt x="1" y="2371"/>
                      </a:cubicBezTo>
                      <a:lnTo>
                        <a:pt x="1" y="8065"/>
                      </a:lnTo>
                      <a:lnTo>
                        <a:pt x="6877" y="12021"/>
                      </a:lnTo>
                      <a:lnTo>
                        <a:pt x="6877" y="6327"/>
                      </a:lnTo>
                      <a:cubicBezTo>
                        <a:pt x="6877" y="4368"/>
                        <a:pt x="5694" y="2039"/>
                        <a:pt x="4178" y="1151"/>
                      </a:cubicBezTo>
                      <a:lnTo>
                        <a:pt x="2737" y="338"/>
                      </a:lnTo>
                      <a:cubicBezTo>
                        <a:pt x="2354" y="109"/>
                        <a:pt x="1987" y="0"/>
                        <a:pt x="165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7" name="Google Shape;2037;p89"/>
                <p:cNvSpPr/>
                <p:nvPr/>
              </p:nvSpPr>
              <p:spPr>
                <a:xfrm>
                  <a:off x="5590125" y="1381825"/>
                  <a:ext cx="171950" cy="30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78" h="12038" extrusionOk="0">
                      <a:moveTo>
                        <a:pt x="1674" y="1"/>
                      </a:moveTo>
                      <a:cubicBezTo>
                        <a:pt x="702" y="1"/>
                        <a:pt x="1" y="887"/>
                        <a:pt x="1" y="2351"/>
                      </a:cubicBezTo>
                      <a:lnTo>
                        <a:pt x="1" y="8044"/>
                      </a:lnTo>
                      <a:lnTo>
                        <a:pt x="6877" y="12037"/>
                      </a:lnTo>
                      <a:lnTo>
                        <a:pt x="6877" y="6344"/>
                      </a:lnTo>
                      <a:cubicBezTo>
                        <a:pt x="6877" y="4347"/>
                        <a:pt x="5694" y="2055"/>
                        <a:pt x="4178" y="1168"/>
                      </a:cubicBezTo>
                      <a:lnTo>
                        <a:pt x="2736" y="318"/>
                      </a:lnTo>
                      <a:cubicBezTo>
                        <a:pt x="2362" y="102"/>
                        <a:pt x="2003" y="1"/>
                        <a:pt x="167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8" name="Google Shape;2038;p89"/>
                <p:cNvSpPr/>
                <p:nvPr/>
              </p:nvSpPr>
              <p:spPr>
                <a:xfrm>
                  <a:off x="5229700" y="2038575"/>
                  <a:ext cx="133075" cy="10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3" h="4376" extrusionOk="0">
                      <a:moveTo>
                        <a:pt x="4805" y="1"/>
                      </a:moveTo>
                      <a:cubicBezTo>
                        <a:pt x="4805" y="1"/>
                        <a:pt x="4657" y="445"/>
                        <a:pt x="3881" y="851"/>
                      </a:cubicBezTo>
                      <a:cubicBezTo>
                        <a:pt x="3762" y="946"/>
                        <a:pt x="3628" y="984"/>
                        <a:pt x="3491" y="984"/>
                      </a:cubicBezTo>
                      <a:cubicBezTo>
                        <a:pt x="2987" y="984"/>
                        <a:pt x="2439" y="482"/>
                        <a:pt x="2439" y="482"/>
                      </a:cubicBezTo>
                      <a:cubicBezTo>
                        <a:pt x="2439" y="482"/>
                        <a:pt x="1774" y="1480"/>
                        <a:pt x="1219" y="2108"/>
                      </a:cubicBezTo>
                      <a:cubicBezTo>
                        <a:pt x="517" y="2848"/>
                        <a:pt x="221" y="3033"/>
                        <a:pt x="110" y="3439"/>
                      </a:cubicBezTo>
                      <a:cubicBezTo>
                        <a:pt x="1" y="3767"/>
                        <a:pt x="375" y="4376"/>
                        <a:pt x="1098" y="4376"/>
                      </a:cubicBezTo>
                      <a:cubicBezTo>
                        <a:pt x="1355" y="4376"/>
                        <a:pt x="1656" y="4299"/>
                        <a:pt x="1995" y="4105"/>
                      </a:cubicBezTo>
                      <a:cubicBezTo>
                        <a:pt x="3289" y="3365"/>
                        <a:pt x="3511" y="3143"/>
                        <a:pt x="3992" y="2700"/>
                      </a:cubicBezTo>
                      <a:cubicBezTo>
                        <a:pt x="4546" y="2219"/>
                        <a:pt x="5138" y="1849"/>
                        <a:pt x="5212" y="1036"/>
                      </a:cubicBezTo>
                      <a:cubicBezTo>
                        <a:pt x="5323" y="408"/>
                        <a:pt x="4805" y="1"/>
                        <a:pt x="480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89"/>
                <p:cNvSpPr/>
                <p:nvPr/>
              </p:nvSpPr>
              <p:spPr>
                <a:xfrm>
                  <a:off x="5229675" y="2059850"/>
                  <a:ext cx="142350" cy="9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4" h="3697" extrusionOk="0">
                      <a:moveTo>
                        <a:pt x="5287" y="0"/>
                      </a:moveTo>
                      <a:cubicBezTo>
                        <a:pt x="5287" y="0"/>
                        <a:pt x="4991" y="296"/>
                        <a:pt x="4732" y="814"/>
                      </a:cubicBezTo>
                      <a:cubicBezTo>
                        <a:pt x="4437" y="1368"/>
                        <a:pt x="4030" y="1812"/>
                        <a:pt x="3290" y="2329"/>
                      </a:cubicBezTo>
                      <a:cubicBezTo>
                        <a:pt x="2671" y="2701"/>
                        <a:pt x="2052" y="3332"/>
                        <a:pt x="1433" y="3332"/>
                      </a:cubicBezTo>
                      <a:cubicBezTo>
                        <a:pt x="1313" y="3332"/>
                        <a:pt x="1192" y="3308"/>
                        <a:pt x="1072" y="3254"/>
                      </a:cubicBezTo>
                      <a:cubicBezTo>
                        <a:pt x="961" y="3217"/>
                        <a:pt x="111" y="2662"/>
                        <a:pt x="111" y="2662"/>
                      </a:cubicBezTo>
                      <a:lnTo>
                        <a:pt x="111" y="2662"/>
                      </a:lnTo>
                      <a:cubicBezTo>
                        <a:pt x="0" y="2958"/>
                        <a:pt x="37" y="3143"/>
                        <a:pt x="185" y="3402"/>
                      </a:cubicBezTo>
                      <a:cubicBezTo>
                        <a:pt x="408" y="3615"/>
                        <a:pt x="675" y="3696"/>
                        <a:pt x="951" y="3696"/>
                      </a:cubicBezTo>
                      <a:cubicBezTo>
                        <a:pt x="1728" y="3696"/>
                        <a:pt x="2582" y="3057"/>
                        <a:pt x="2773" y="2921"/>
                      </a:cubicBezTo>
                      <a:cubicBezTo>
                        <a:pt x="3143" y="2736"/>
                        <a:pt x="4363" y="1849"/>
                        <a:pt x="5102" y="1405"/>
                      </a:cubicBezTo>
                      <a:cubicBezTo>
                        <a:pt x="5693" y="1035"/>
                        <a:pt x="5287" y="0"/>
                        <a:pt x="5287" y="0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89"/>
                <p:cNvSpPr/>
                <p:nvPr/>
              </p:nvSpPr>
              <p:spPr>
                <a:xfrm>
                  <a:off x="5273100" y="2068175"/>
                  <a:ext cx="32375" cy="3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1221" extrusionOk="0">
                      <a:moveTo>
                        <a:pt x="259" y="0"/>
                      </a:moveTo>
                      <a:lnTo>
                        <a:pt x="1" y="296"/>
                      </a:lnTo>
                      <a:cubicBezTo>
                        <a:pt x="1" y="296"/>
                        <a:pt x="296" y="407"/>
                        <a:pt x="370" y="518"/>
                      </a:cubicBezTo>
                      <a:cubicBezTo>
                        <a:pt x="555" y="739"/>
                        <a:pt x="1036" y="1220"/>
                        <a:pt x="1036" y="1220"/>
                      </a:cubicBezTo>
                      <a:lnTo>
                        <a:pt x="1295" y="1035"/>
                      </a:lnTo>
                      <a:cubicBezTo>
                        <a:pt x="1295" y="1035"/>
                        <a:pt x="1184" y="776"/>
                        <a:pt x="888" y="518"/>
                      </a:cubicBezTo>
                      <a:cubicBezTo>
                        <a:pt x="592" y="148"/>
                        <a:pt x="259" y="0"/>
                        <a:pt x="259" y="0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89"/>
                <p:cNvSpPr/>
                <p:nvPr/>
              </p:nvSpPr>
              <p:spPr>
                <a:xfrm>
                  <a:off x="5261100" y="2082950"/>
                  <a:ext cx="31450" cy="3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8" h="1221" extrusionOk="0">
                      <a:moveTo>
                        <a:pt x="222" y="1"/>
                      </a:moveTo>
                      <a:lnTo>
                        <a:pt x="0" y="296"/>
                      </a:lnTo>
                      <a:cubicBezTo>
                        <a:pt x="0" y="296"/>
                        <a:pt x="333" y="481"/>
                        <a:pt x="407" y="555"/>
                      </a:cubicBezTo>
                      <a:cubicBezTo>
                        <a:pt x="629" y="777"/>
                        <a:pt x="998" y="1221"/>
                        <a:pt x="998" y="1221"/>
                      </a:cubicBezTo>
                      <a:lnTo>
                        <a:pt x="1257" y="925"/>
                      </a:lnTo>
                      <a:cubicBezTo>
                        <a:pt x="1257" y="925"/>
                        <a:pt x="1183" y="777"/>
                        <a:pt x="924" y="518"/>
                      </a:cubicBezTo>
                      <a:cubicBezTo>
                        <a:pt x="592" y="148"/>
                        <a:pt x="222" y="1"/>
                        <a:pt x="222" y="1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89"/>
                <p:cNvSpPr/>
                <p:nvPr/>
              </p:nvSpPr>
              <p:spPr>
                <a:xfrm>
                  <a:off x="5360950" y="2099600"/>
                  <a:ext cx="133075" cy="10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3" h="4376" extrusionOk="0">
                      <a:moveTo>
                        <a:pt x="4842" y="0"/>
                      </a:moveTo>
                      <a:cubicBezTo>
                        <a:pt x="4842" y="0"/>
                        <a:pt x="4694" y="444"/>
                        <a:pt x="3918" y="887"/>
                      </a:cubicBezTo>
                      <a:cubicBezTo>
                        <a:pt x="3792" y="969"/>
                        <a:pt x="3659" y="1001"/>
                        <a:pt x="3526" y="1001"/>
                      </a:cubicBezTo>
                      <a:cubicBezTo>
                        <a:pt x="2996" y="1001"/>
                        <a:pt x="2476" y="481"/>
                        <a:pt x="2476" y="481"/>
                      </a:cubicBezTo>
                      <a:cubicBezTo>
                        <a:pt x="2476" y="481"/>
                        <a:pt x="1773" y="1479"/>
                        <a:pt x="1219" y="2107"/>
                      </a:cubicBezTo>
                      <a:cubicBezTo>
                        <a:pt x="516" y="2847"/>
                        <a:pt x="258" y="3032"/>
                        <a:pt x="110" y="3475"/>
                      </a:cubicBezTo>
                      <a:cubicBezTo>
                        <a:pt x="1" y="3775"/>
                        <a:pt x="373" y="4375"/>
                        <a:pt x="1094" y="4375"/>
                      </a:cubicBezTo>
                      <a:cubicBezTo>
                        <a:pt x="1352" y="4375"/>
                        <a:pt x="1654" y="4299"/>
                        <a:pt x="1995" y="4104"/>
                      </a:cubicBezTo>
                      <a:cubicBezTo>
                        <a:pt x="3289" y="3364"/>
                        <a:pt x="3548" y="3143"/>
                        <a:pt x="3992" y="2736"/>
                      </a:cubicBezTo>
                      <a:cubicBezTo>
                        <a:pt x="4546" y="2218"/>
                        <a:pt x="5138" y="1849"/>
                        <a:pt x="5249" y="1072"/>
                      </a:cubicBezTo>
                      <a:cubicBezTo>
                        <a:pt x="5323" y="407"/>
                        <a:pt x="4842" y="0"/>
                        <a:pt x="484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89"/>
                <p:cNvSpPr/>
                <p:nvPr/>
              </p:nvSpPr>
              <p:spPr>
                <a:xfrm>
                  <a:off x="5359975" y="2121775"/>
                  <a:ext cx="142375" cy="9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5" h="3660" extrusionOk="0">
                      <a:moveTo>
                        <a:pt x="5288" y="0"/>
                      </a:moveTo>
                      <a:lnTo>
                        <a:pt x="5288" y="0"/>
                      </a:lnTo>
                      <a:cubicBezTo>
                        <a:pt x="5288" y="0"/>
                        <a:pt x="4992" y="259"/>
                        <a:pt x="4733" y="777"/>
                      </a:cubicBezTo>
                      <a:cubicBezTo>
                        <a:pt x="4437" y="1331"/>
                        <a:pt x="4031" y="1775"/>
                        <a:pt x="3291" y="2293"/>
                      </a:cubicBezTo>
                      <a:cubicBezTo>
                        <a:pt x="2676" y="2692"/>
                        <a:pt x="2061" y="3297"/>
                        <a:pt x="1445" y="3297"/>
                      </a:cubicBezTo>
                      <a:cubicBezTo>
                        <a:pt x="1321" y="3297"/>
                        <a:pt x="1197" y="3273"/>
                        <a:pt x="1073" y="3217"/>
                      </a:cubicBezTo>
                      <a:cubicBezTo>
                        <a:pt x="999" y="3180"/>
                        <a:pt x="112" y="2625"/>
                        <a:pt x="112" y="2625"/>
                      </a:cubicBezTo>
                      <a:lnTo>
                        <a:pt x="112" y="2625"/>
                      </a:lnTo>
                      <a:cubicBezTo>
                        <a:pt x="1" y="2958"/>
                        <a:pt x="75" y="3143"/>
                        <a:pt x="186" y="3365"/>
                      </a:cubicBezTo>
                      <a:cubicBezTo>
                        <a:pt x="409" y="3578"/>
                        <a:pt x="676" y="3659"/>
                        <a:pt x="952" y="3659"/>
                      </a:cubicBezTo>
                      <a:cubicBezTo>
                        <a:pt x="1729" y="3659"/>
                        <a:pt x="2583" y="3020"/>
                        <a:pt x="2774" y="2884"/>
                      </a:cubicBezTo>
                      <a:cubicBezTo>
                        <a:pt x="3143" y="2699"/>
                        <a:pt x="4363" y="1849"/>
                        <a:pt x="5103" y="1368"/>
                      </a:cubicBezTo>
                      <a:cubicBezTo>
                        <a:pt x="5694" y="999"/>
                        <a:pt x="5288" y="0"/>
                        <a:pt x="5288" y="0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89"/>
                <p:cNvSpPr/>
                <p:nvPr/>
              </p:nvSpPr>
              <p:spPr>
                <a:xfrm>
                  <a:off x="5404350" y="2129175"/>
                  <a:ext cx="32375" cy="3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1221" extrusionOk="0">
                      <a:moveTo>
                        <a:pt x="222" y="0"/>
                      </a:moveTo>
                      <a:lnTo>
                        <a:pt x="0" y="296"/>
                      </a:lnTo>
                      <a:cubicBezTo>
                        <a:pt x="0" y="296"/>
                        <a:pt x="259" y="444"/>
                        <a:pt x="370" y="518"/>
                      </a:cubicBezTo>
                      <a:cubicBezTo>
                        <a:pt x="555" y="739"/>
                        <a:pt x="999" y="1220"/>
                        <a:pt x="999" y="1220"/>
                      </a:cubicBezTo>
                      <a:lnTo>
                        <a:pt x="1294" y="1035"/>
                      </a:lnTo>
                      <a:cubicBezTo>
                        <a:pt x="1294" y="1035"/>
                        <a:pt x="1147" y="776"/>
                        <a:pt x="888" y="518"/>
                      </a:cubicBezTo>
                      <a:cubicBezTo>
                        <a:pt x="555" y="148"/>
                        <a:pt x="222" y="0"/>
                        <a:pt x="222" y="0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89"/>
                <p:cNvSpPr/>
                <p:nvPr/>
              </p:nvSpPr>
              <p:spPr>
                <a:xfrm>
                  <a:off x="5391400" y="2144875"/>
                  <a:ext cx="31450" cy="2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8" h="1184" extrusionOk="0">
                      <a:moveTo>
                        <a:pt x="223" y="1"/>
                      </a:moveTo>
                      <a:lnTo>
                        <a:pt x="1" y="259"/>
                      </a:lnTo>
                      <a:cubicBezTo>
                        <a:pt x="1" y="259"/>
                        <a:pt x="334" y="444"/>
                        <a:pt x="408" y="555"/>
                      </a:cubicBezTo>
                      <a:cubicBezTo>
                        <a:pt x="666" y="777"/>
                        <a:pt x="1036" y="1184"/>
                        <a:pt x="1036" y="1184"/>
                      </a:cubicBezTo>
                      <a:lnTo>
                        <a:pt x="1258" y="925"/>
                      </a:lnTo>
                      <a:cubicBezTo>
                        <a:pt x="1258" y="925"/>
                        <a:pt x="1221" y="777"/>
                        <a:pt x="925" y="481"/>
                      </a:cubicBezTo>
                      <a:cubicBezTo>
                        <a:pt x="592" y="111"/>
                        <a:pt x="223" y="1"/>
                        <a:pt x="223" y="1"/>
                      </a:cubicBezTo>
                      <a:close/>
                    </a:path>
                  </a:pathLst>
                </a:custGeom>
                <a:solidFill>
                  <a:srgbClr val="C4C4C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89"/>
                <p:cNvSpPr/>
                <p:nvPr/>
              </p:nvSpPr>
              <p:spPr>
                <a:xfrm>
                  <a:off x="5349825" y="1323200"/>
                  <a:ext cx="127575" cy="18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3" h="7543" extrusionOk="0">
                      <a:moveTo>
                        <a:pt x="4552" y="1"/>
                      </a:moveTo>
                      <a:cubicBezTo>
                        <a:pt x="4243" y="1"/>
                        <a:pt x="3827" y="75"/>
                        <a:pt x="3365" y="370"/>
                      </a:cubicBezTo>
                      <a:cubicBezTo>
                        <a:pt x="2588" y="888"/>
                        <a:pt x="518" y="4770"/>
                        <a:pt x="111" y="5879"/>
                      </a:cubicBezTo>
                      <a:cubicBezTo>
                        <a:pt x="0" y="6323"/>
                        <a:pt x="924" y="5953"/>
                        <a:pt x="1035" y="6434"/>
                      </a:cubicBezTo>
                      <a:cubicBezTo>
                        <a:pt x="1109" y="6803"/>
                        <a:pt x="1405" y="7358"/>
                        <a:pt x="1812" y="7543"/>
                      </a:cubicBezTo>
                      <a:cubicBezTo>
                        <a:pt x="2551" y="6655"/>
                        <a:pt x="3254" y="5509"/>
                        <a:pt x="3254" y="5509"/>
                      </a:cubicBezTo>
                      <a:lnTo>
                        <a:pt x="5102" y="75"/>
                      </a:lnTo>
                      <a:cubicBezTo>
                        <a:pt x="5065" y="75"/>
                        <a:pt x="4862" y="1"/>
                        <a:pt x="45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89"/>
                <p:cNvSpPr/>
                <p:nvPr/>
              </p:nvSpPr>
              <p:spPr>
                <a:xfrm>
                  <a:off x="5408975" y="1309800"/>
                  <a:ext cx="235700" cy="40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8" h="16139" extrusionOk="0">
                      <a:moveTo>
                        <a:pt x="2293" y="1"/>
                      </a:moveTo>
                      <a:cubicBezTo>
                        <a:pt x="2034" y="445"/>
                        <a:pt x="1479" y="1591"/>
                        <a:pt x="1146" y="2034"/>
                      </a:cubicBezTo>
                      <a:cubicBezTo>
                        <a:pt x="814" y="2515"/>
                        <a:pt x="0" y="3883"/>
                        <a:pt x="222" y="5288"/>
                      </a:cubicBezTo>
                      <a:cubicBezTo>
                        <a:pt x="647" y="7968"/>
                        <a:pt x="639" y="13568"/>
                        <a:pt x="605" y="14241"/>
                      </a:cubicBezTo>
                      <a:lnTo>
                        <a:pt x="605" y="14241"/>
                      </a:lnTo>
                      <a:cubicBezTo>
                        <a:pt x="596" y="14237"/>
                        <a:pt x="592" y="14235"/>
                        <a:pt x="592" y="14235"/>
                      </a:cubicBezTo>
                      <a:lnTo>
                        <a:pt x="592" y="14235"/>
                      </a:lnTo>
                      <a:cubicBezTo>
                        <a:pt x="594" y="14284"/>
                        <a:pt x="596" y="14308"/>
                        <a:pt x="599" y="14308"/>
                      </a:cubicBezTo>
                      <a:cubicBezTo>
                        <a:pt x="601" y="14308"/>
                        <a:pt x="603" y="14285"/>
                        <a:pt x="605" y="14241"/>
                      </a:cubicBezTo>
                      <a:lnTo>
                        <a:pt x="605" y="14241"/>
                      </a:lnTo>
                      <a:cubicBezTo>
                        <a:pt x="827" y="14350"/>
                        <a:pt x="3742" y="15763"/>
                        <a:pt x="5768" y="16083"/>
                      </a:cubicBezTo>
                      <a:cubicBezTo>
                        <a:pt x="5989" y="16121"/>
                        <a:pt x="6198" y="16139"/>
                        <a:pt x="6396" y="16139"/>
                      </a:cubicBezTo>
                      <a:cubicBezTo>
                        <a:pt x="8706" y="16139"/>
                        <a:pt x="9428" y="13754"/>
                        <a:pt x="9428" y="13754"/>
                      </a:cubicBezTo>
                      <a:cubicBezTo>
                        <a:pt x="9428" y="13754"/>
                        <a:pt x="8134" y="8874"/>
                        <a:pt x="8023" y="7728"/>
                      </a:cubicBezTo>
                      <a:cubicBezTo>
                        <a:pt x="8023" y="7728"/>
                        <a:pt x="8022" y="7728"/>
                        <a:pt x="8022" y="7728"/>
                      </a:cubicBezTo>
                      <a:cubicBezTo>
                        <a:pt x="7956" y="7728"/>
                        <a:pt x="8461" y="4904"/>
                        <a:pt x="7616" y="2737"/>
                      </a:cubicBezTo>
                      <a:cubicBezTo>
                        <a:pt x="7358" y="2108"/>
                        <a:pt x="5139" y="999"/>
                        <a:pt x="5139" y="999"/>
                      </a:cubicBezTo>
                      <a:cubicBezTo>
                        <a:pt x="5139" y="999"/>
                        <a:pt x="4104" y="2034"/>
                        <a:pt x="3734" y="2404"/>
                      </a:cubicBezTo>
                      <a:cubicBezTo>
                        <a:pt x="3402" y="2774"/>
                        <a:pt x="2847" y="3661"/>
                        <a:pt x="2810" y="3698"/>
                      </a:cubicBezTo>
                      <a:cubicBezTo>
                        <a:pt x="2810" y="3587"/>
                        <a:pt x="2736" y="2552"/>
                        <a:pt x="2995" y="1406"/>
                      </a:cubicBezTo>
                      <a:cubicBezTo>
                        <a:pt x="3106" y="1036"/>
                        <a:pt x="2736" y="38"/>
                        <a:pt x="2736" y="38"/>
                      </a:cubicBezTo>
                      <a:cubicBezTo>
                        <a:pt x="2736" y="38"/>
                        <a:pt x="2551" y="38"/>
                        <a:pt x="229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8" name="Google Shape;2048;p89"/>
                <p:cNvSpPr/>
                <p:nvPr/>
              </p:nvSpPr>
              <p:spPr>
                <a:xfrm>
                  <a:off x="5450575" y="1317200"/>
                  <a:ext cx="105375" cy="12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5" h="4992" extrusionOk="0">
                      <a:moveTo>
                        <a:pt x="1109" y="1"/>
                      </a:moveTo>
                      <a:lnTo>
                        <a:pt x="518" y="407"/>
                      </a:lnTo>
                      <a:cubicBezTo>
                        <a:pt x="518" y="407"/>
                        <a:pt x="185" y="1812"/>
                        <a:pt x="74" y="2958"/>
                      </a:cubicBezTo>
                      <a:cubicBezTo>
                        <a:pt x="0" y="3920"/>
                        <a:pt x="370" y="4992"/>
                        <a:pt x="370" y="4992"/>
                      </a:cubicBezTo>
                      <a:cubicBezTo>
                        <a:pt x="370" y="4992"/>
                        <a:pt x="1996" y="3291"/>
                        <a:pt x="2551" y="2737"/>
                      </a:cubicBezTo>
                      <a:lnTo>
                        <a:pt x="4215" y="1073"/>
                      </a:lnTo>
                      <a:lnTo>
                        <a:pt x="3549" y="740"/>
                      </a:lnTo>
                      <a:cubicBezTo>
                        <a:pt x="3549" y="740"/>
                        <a:pt x="2662" y="1332"/>
                        <a:pt x="2033" y="2071"/>
                      </a:cubicBezTo>
                      <a:cubicBezTo>
                        <a:pt x="1701" y="2404"/>
                        <a:pt x="702" y="3735"/>
                        <a:pt x="702" y="3735"/>
                      </a:cubicBezTo>
                      <a:cubicBezTo>
                        <a:pt x="702" y="3735"/>
                        <a:pt x="776" y="2737"/>
                        <a:pt x="924" y="1849"/>
                      </a:cubicBezTo>
                      <a:cubicBezTo>
                        <a:pt x="998" y="1073"/>
                        <a:pt x="1109" y="1"/>
                        <a:pt x="110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9" name="Google Shape;2049;p89"/>
                <p:cNvSpPr/>
                <p:nvPr/>
              </p:nvSpPr>
              <p:spPr>
                <a:xfrm>
                  <a:off x="5491225" y="1422575"/>
                  <a:ext cx="51800" cy="2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" h="999" extrusionOk="0">
                      <a:moveTo>
                        <a:pt x="112" y="0"/>
                      </a:moveTo>
                      <a:lnTo>
                        <a:pt x="1" y="444"/>
                      </a:lnTo>
                      <a:lnTo>
                        <a:pt x="1923" y="999"/>
                      </a:lnTo>
                      <a:lnTo>
                        <a:pt x="2071" y="55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89"/>
                <p:cNvSpPr/>
                <p:nvPr/>
              </p:nvSpPr>
              <p:spPr>
                <a:xfrm>
                  <a:off x="4842400" y="1665175"/>
                  <a:ext cx="724650" cy="54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86" h="21851" extrusionOk="0">
                      <a:moveTo>
                        <a:pt x="0" y="1"/>
                      </a:moveTo>
                      <a:lnTo>
                        <a:pt x="0" y="5140"/>
                      </a:lnTo>
                      <a:lnTo>
                        <a:pt x="28985" y="21850"/>
                      </a:lnTo>
                      <a:lnTo>
                        <a:pt x="28985" y="1671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89"/>
                <p:cNvSpPr/>
                <p:nvPr/>
              </p:nvSpPr>
              <p:spPr>
                <a:xfrm>
                  <a:off x="5575350" y="1924900"/>
                  <a:ext cx="273600" cy="28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44" h="11462" extrusionOk="0">
                      <a:moveTo>
                        <a:pt x="10943" y="1"/>
                      </a:moveTo>
                      <a:lnTo>
                        <a:pt x="0" y="6323"/>
                      </a:lnTo>
                      <a:lnTo>
                        <a:pt x="0" y="11461"/>
                      </a:lnTo>
                      <a:lnTo>
                        <a:pt x="10943" y="5139"/>
                      </a:lnTo>
                      <a:lnTo>
                        <a:pt x="10943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89"/>
                <p:cNvSpPr/>
                <p:nvPr/>
              </p:nvSpPr>
              <p:spPr>
                <a:xfrm>
                  <a:off x="5575350" y="2050600"/>
                  <a:ext cx="18500" cy="39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15714" extrusionOk="0">
                      <a:moveTo>
                        <a:pt x="739" y="1"/>
                      </a:moveTo>
                      <a:lnTo>
                        <a:pt x="0" y="444"/>
                      </a:lnTo>
                      <a:lnTo>
                        <a:pt x="0" y="15713"/>
                      </a:lnTo>
                      <a:lnTo>
                        <a:pt x="739" y="15306"/>
                      </a:lnTo>
                      <a:lnTo>
                        <a:pt x="739" y="1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89"/>
                <p:cNvSpPr/>
                <p:nvPr/>
              </p:nvSpPr>
              <p:spPr>
                <a:xfrm>
                  <a:off x="5557775" y="2050600"/>
                  <a:ext cx="17600" cy="39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" h="15714" extrusionOk="0">
                      <a:moveTo>
                        <a:pt x="1" y="1"/>
                      </a:moveTo>
                      <a:lnTo>
                        <a:pt x="1" y="15306"/>
                      </a:lnTo>
                      <a:lnTo>
                        <a:pt x="703" y="15713"/>
                      </a:lnTo>
                      <a:lnTo>
                        <a:pt x="703" y="44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49494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89"/>
                <p:cNvSpPr/>
                <p:nvPr/>
              </p:nvSpPr>
              <p:spPr>
                <a:xfrm>
                  <a:off x="5845225" y="1896250"/>
                  <a:ext cx="17575" cy="39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" h="15714" extrusionOk="0">
                      <a:moveTo>
                        <a:pt x="703" y="0"/>
                      </a:moveTo>
                      <a:lnTo>
                        <a:pt x="1" y="407"/>
                      </a:lnTo>
                      <a:lnTo>
                        <a:pt x="1" y="15713"/>
                      </a:lnTo>
                      <a:lnTo>
                        <a:pt x="703" y="15306"/>
                      </a:lnTo>
                      <a:lnTo>
                        <a:pt x="703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89"/>
                <p:cNvSpPr/>
                <p:nvPr/>
              </p:nvSpPr>
              <p:spPr>
                <a:xfrm>
                  <a:off x="5826750" y="1896250"/>
                  <a:ext cx="18500" cy="39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15714" extrusionOk="0">
                      <a:moveTo>
                        <a:pt x="0" y="0"/>
                      </a:moveTo>
                      <a:lnTo>
                        <a:pt x="0" y="15306"/>
                      </a:lnTo>
                      <a:lnTo>
                        <a:pt x="740" y="15713"/>
                      </a:lnTo>
                      <a:lnTo>
                        <a:pt x="740" y="4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9494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89"/>
                <p:cNvSpPr/>
                <p:nvPr/>
              </p:nvSpPr>
              <p:spPr>
                <a:xfrm>
                  <a:off x="5576275" y="1899950"/>
                  <a:ext cx="333675" cy="21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47" h="8467" extrusionOk="0">
                      <a:moveTo>
                        <a:pt x="13346" y="0"/>
                      </a:moveTo>
                      <a:lnTo>
                        <a:pt x="0" y="7690"/>
                      </a:lnTo>
                      <a:lnTo>
                        <a:pt x="0" y="8467"/>
                      </a:lnTo>
                      <a:lnTo>
                        <a:pt x="13346" y="777"/>
                      </a:lnTo>
                      <a:lnTo>
                        <a:pt x="13346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89"/>
                <p:cNvSpPr/>
                <p:nvPr/>
              </p:nvSpPr>
              <p:spPr>
                <a:xfrm>
                  <a:off x="4770300" y="1433200"/>
                  <a:ext cx="1139650" cy="65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86" h="26361" extrusionOk="0">
                      <a:moveTo>
                        <a:pt x="13347" y="0"/>
                      </a:moveTo>
                      <a:lnTo>
                        <a:pt x="1" y="7690"/>
                      </a:lnTo>
                      <a:lnTo>
                        <a:pt x="32239" y="26360"/>
                      </a:lnTo>
                      <a:lnTo>
                        <a:pt x="45585" y="18670"/>
                      </a:lnTo>
                      <a:lnTo>
                        <a:pt x="13347" y="0"/>
                      </a:ln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89"/>
                <p:cNvSpPr/>
                <p:nvPr/>
              </p:nvSpPr>
              <p:spPr>
                <a:xfrm>
                  <a:off x="5318400" y="1639300"/>
                  <a:ext cx="127575" cy="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3" h="2823" extrusionOk="0">
                      <a:moveTo>
                        <a:pt x="4732" y="1"/>
                      </a:moveTo>
                      <a:cubicBezTo>
                        <a:pt x="4732" y="1"/>
                        <a:pt x="2218" y="666"/>
                        <a:pt x="1368" y="1073"/>
                      </a:cubicBezTo>
                      <a:cubicBezTo>
                        <a:pt x="481" y="1479"/>
                        <a:pt x="0" y="2589"/>
                        <a:pt x="1405" y="2773"/>
                      </a:cubicBezTo>
                      <a:cubicBezTo>
                        <a:pt x="1614" y="2807"/>
                        <a:pt x="1814" y="2822"/>
                        <a:pt x="2007" y="2822"/>
                      </a:cubicBezTo>
                      <a:cubicBezTo>
                        <a:pt x="3718" y="2822"/>
                        <a:pt x="4751" y="1620"/>
                        <a:pt x="4917" y="1553"/>
                      </a:cubicBezTo>
                      <a:cubicBezTo>
                        <a:pt x="5102" y="1479"/>
                        <a:pt x="4732" y="1"/>
                        <a:pt x="4732" y="1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9" name="Google Shape;2059;p89"/>
                <p:cNvSpPr/>
                <p:nvPr/>
              </p:nvSpPr>
              <p:spPr>
                <a:xfrm>
                  <a:off x="5404350" y="1365925"/>
                  <a:ext cx="231100" cy="33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44" h="13247" extrusionOk="0">
                      <a:moveTo>
                        <a:pt x="7187" y="1"/>
                      </a:moveTo>
                      <a:cubicBezTo>
                        <a:pt x="6754" y="1"/>
                        <a:pt x="6096" y="728"/>
                        <a:pt x="5805" y="1342"/>
                      </a:cubicBezTo>
                      <a:cubicBezTo>
                        <a:pt x="5398" y="2156"/>
                        <a:pt x="5990" y="6444"/>
                        <a:pt x="6212" y="7812"/>
                      </a:cubicBezTo>
                      <a:cubicBezTo>
                        <a:pt x="3956" y="8995"/>
                        <a:pt x="111" y="10400"/>
                        <a:pt x="111" y="10400"/>
                      </a:cubicBezTo>
                      <a:cubicBezTo>
                        <a:pt x="111" y="10400"/>
                        <a:pt x="0" y="11583"/>
                        <a:pt x="407" y="12101"/>
                      </a:cubicBezTo>
                      <a:cubicBezTo>
                        <a:pt x="999" y="12840"/>
                        <a:pt x="1701" y="13247"/>
                        <a:pt x="1701" y="13247"/>
                      </a:cubicBezTo>
                      <a:cubicBezTo>
                        <a:pt x="1701" y="13247"/>
                        <a:pt x="5361" y="11953"/>
                        <a:pt x="7543" y="10659"/>
                      </a:cubicBezTo>
                      <a:cubicBezTo>
                        <a:pt x="9095" y="9735"/>
                        <a:pt x="9243" y="8441"/>
                        <a:pt x="9243" y="7479"/>
                      </a:cubicBezTo>
                      <a:cubicBezTo>
                        <a:pt x="9243" y="5779"/>
                        <a:pt x="9206" y="4041"/>
                        <a:pt x="8763" y="2156"/>
                      </a:cubicBezTo>
                      <a:cubicBezTo>
                        <a:pt x="8467" y="714"/>
                        <a:pt x="7912" y="344"/>
                        <a:pt x="7358" y="48"/>
                      </a:cubicBezTo>
                      <a:cubicBezTo>
                        <a:pt x="7307" y="16"/>
                        <a:pt x="7249" y="1"/>
                        <a:pt x="718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0" name="Google Shape;2060;p89"/>
                <p:cNvSpPr/>
                <p:nvPr/>
              </p:nvSpPr>
              <p:spPr>
                <a:xfrm>
                  <a:off x="5387725" y="1219225"/>
                  <a:ext cx="92450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6915" extrusionOk="0">
                      <a:moveTo>
                        <a:pt x="1479" y="1"/>
                      </a:moveTo>
                      <a:cubicBezTo>
                        <a:pt x="1479" y="1"/>
                        <a:pt x="1183" y="999"/>
                        <a:pt x="629" y="1702"/>
                      </a:cubicBezTo>
                      <a:cubicBezTo>
                        <a:pt x="148" y="2256"/>
                        <a:pt x="111" y="2589"/>
                        <a:pt x="481" y="2885"/>
                      </a:cubicBezTo>
                      <a:cubicBezTo>
                        <a:pt x="850" y="3217"/>
                        <a:pt x="444" y="3624"/>
                        <a:pt x="185" y="4179"/>
                      </a:cubicBezTo>
                      <a:cubicBezTo>
                        <a:pt x="0" y="4659"/>
                        <a:pt x="185" y="4881"/>
                        <a:pt x="739" y="5103"/>
                      </a:cubicBezTo>
                      <a:cubicBezTo>
                        <a:pt x="1257" y="5362"/>
                        <a:pt x="1109" y="5657"/>
                        <a:pt x="998" y="6212"/>
                      </a:cubicBezTo>
                      <a:cubicBezTo>
                        <a:pt x="850" y="6840"/>
                        <a:pt x="1627" y="6914"/>
                        <a:pt x="1627" y="6914"/>
                      </a:cubicBezTo>
                      <a:cubicBezTo>
                        <a:pt x="1627" y="6914"/>
                        <a:pt x="1220" y="6508"/>
                        <a:pt x="1553" y="6286"/>
                      </a:cubicBezTo>
                      <a:cubicBezTo>
                        <a:pt x="1849" y="6027"/>
                        <a:pt x="2181" y="5916"/>
                        <a:pt x="2144" y="5399"/>
                      </a:cubicBezTo>
                      <a:cubicBezTo>
                        <a:pt x="2070" y="4807"/>
                        <a:pt x="2699" y="5214"/>
                        <a:pt x="3069" y="4918"/>
                      </a:cubicBezTo>
                      <a:cubicBezTo>
                        <a:pt x="3401" y="4659"/>
                        <a:pt x="3697" y="3809"/>
                        <a:pt x="3697" y="3809"/>
                      </a:cubicBezTo>
                      <a:lnTo>
                        <a:pt x="147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1" name="Google Shape;2061;p89"/>
                <p:cNvSpPr/>
                <p:nvPr/>
              </p:nvSpPr>
              <p:spPr>
                <a:xfrm>
                  <a:off x="5414125" y="1191450"/>
                  <a:ext cx="128900" cy="1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6" h="6049" extrusionOk="0">
                      <a:moveTo>
                        <a:pt x="2798" y="0"/>
                      </a:moveTo>
                      <a:cubicBezTo>
                        <a:pt x="1971" y="0"/>
                        <a:pt x="1083" y="424"/>
                        <a:pt x="682" y="1629"/>
                      </a:cubicBezTo>
                      <a:cubicBezTo>
                        <a:pt x="1" y="3604"/>
                        <a:pt x="1577" y="6048"/>
                        <a:pt x="2639" y="6048"/>
                      </a:cubicBezTo>
                      <a:cubicBezTo>
                        <a:pt x="2730" y="6048"/>
                        <a:pt x="2818" y="6030"/>
                        <a:pt x="2900" y="5992"/>
                      </a:cubicBezTo>
                      <a:cubicBezTo>
                        <a:pt x="3454" y="5770"/>
                        <a:pt x="4453" y="5327"/>
                        <a:pt x="4785" y="4254"/>
                      </a:cubicBezTo>
                      <a:cubicBezTo>
                        <a:pt x="5155" y="2960"/>
                        <a:pt x="4822" y="927"/>
                        <a:pt x="4194" y="446"/>
                      </a:cubicBezTo>
                      <a:cubicBezTo>
                        <a:pt x="3857" y="183"/>
                        <a:pt x="3340" y="0"/>
                        <a:pt x="2798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2" name="Google Shape;2062;p89"/>
                <p:cNvSpPr/>
                <p:nvPr/>
              </p:nvSpPr>
              <p:spPr>
                <a:xfrm>
                  <a:off x="5431150" y="1285775"/>
                  <a:ext cx="109100" cy="6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4" h="2492" extrusionOk="0">
                      <a:moveTo>
                        <a:pt x="1" y="1"/>
                      </a:moveTo>
                      <a:cubicBezTo>
                        <a:pt x="1" y="1"/>
                        <a:pt x="38" y="2034"/>
                        <a:pt x="1590" y="2441"/>
                      </a:cubicBezTo>
                      <a:cubicBezTo>
                        <a:pt x="1698" y="2476"/>
                        <a:pt x="1807" y="2492"/>
                        <a:pt x="1914" y="2492"/>
                      </a:cubicBezTo>
                      <a:cubicBezTo>
                        <a:pt x="3171" y="2492"/>
                        <a:pt x="4363" y="297"/>
                        <a:pt x="4363" y="297"/>
                      </a:cubicBezTo>
                      <a:lnTo>
                        <a:pt x="4363" y="297"/>
                      </a:lnTo>
                      <a:cubicBezTo>
                        <a:pt x="4363" y="297"/>
                        <a:pt x="3294" y="1060"/>
                        <a:pt x="1961" y="1060"/>
                      </a:cubicBezTo>
                      <a:cubicBezTo>
                        <a:pt x="1827" y="1060"/>
                        <a:pt x="1691" y="1053"/>
                        <a:pt x="1553" y="1036"/>
                      </a:cubicBezTo>
                      <a:cubicBezTo>
                        <a:pt x="740" y="925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3" name="Google Shape;2063;p89"/>
                <p:cNvSpPr/>
                <p:nvPr/>
              </p:nvSpPr>
              <p:spPr>
                <a:xfrm>
                  <a:off x="5417300" y="1161800"/>
                  <a:ext cx="153450" cy="1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8" h="5552" extrusionOk="0">
                      <a:moveTo>
                        <a:pt x="3319" y="0"/>
                      </a:moveTo>
                      <a:cubicBezTo>
                        <a:pt x="2587" y="0"/>
                        <a:pt x="1787" y="336"/>
                        <a:pt x="1368" y="671"/>
                      </a:cubicBezTo>
                      <a:cubicBezTo>
                        <a:pt x="111" y="1595"/>
                        <a:pt x="0" y="3074"/>
                        <a:pt x="0" y="3777"/>
                      </a:cubicBezTo>
                      <a:cubicBezTo>
                        <a:pt x="0" y="3777"/>
                        <a:pt x="497" y="3998"/>
                        <a:pt x="1050" y="3998"/>
                      </a:cubicBezTo>
                      <a:cubicBezTo>
                        <a:pt x="1280" y="3998"/>
                        <a:pt x="1520" y="3959"/>
                        <a:pt x="1738" y="3851"/>
                      </a:cubicBezTo>
                      <a:cubicBezTo>
                        <a:pt x="1738" y="4220"/>
                        <a:pt x="2218" y="4701"/>
                        <a:pt x="2403" y="4775"/>
                      </a:cubicBezTo>
                      <a:cubicBezTo>
                        <a:pt x="2666" y="4945"/>
                        <a:pt x="2890" y="4992"/>
                        <a:pt x="3095" y="4992"/>
                      </a:cubicBezTo>
                      <a:cubicBezTo>
                        <a:pt x="3349" y="4992"/>
                        <a:pt x="3572" y="4920"/>
                        <a:pt x="3801" y="4920"/>
                      </a:cubicBezTo>
                      <a:cubicBezTo>
                        <a:pt x="3828" y="4920"/>
                        <a:pt x="3855" y="4921"/>
                        <a:pt x="3882" y="4923"/>
                      </a:cubicBezTo>
                      <a:cubicBezTo>
                        <a:pt x="4141" y="4960"/>
                        <a:pt x="4289" y="5182"/>
                        <a:pt x="4289" y="5551"/>
                      </a:cubicBezTo>
                      <a:cubicBezTo>
                        <a:pt x="4843" y="4923"/>
                        <a:pt x="6137" y="3629"/>
                        <a:pt x="5731" y="2705"/>
                      </a:cubicBezTo>
                      <a:cubicBezTo>
                        <a:pt x="5583" y="2372"/>
                        <a:pt x="5731" y="1595"/>
                        <a:pt x="4843" y="893"/>
                      </a:cubicBezTo>
                      <a:cubicBezTo>
                        <a:pt x="4695" y="523"/>
                        <a:pt x="4326" y="191"/>
                        <a:pt x="3993" y="117"/>
                      </a:cubicBezTo>
                      <a:cubicBezTo>
                        <a:pt x="3785" y="35"/>
                        <a:pt x="3556" y="0"/>
                        <a:pt x="33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4" name="Google Shape;2064;p89"/>
                <p:cNvSpPr/>
                <p:nvPr/>
              </p:nvSpPr>
              <p:spPr>
                <a:xfrm>
                  <a:off x="5505100" y="1214625"/>
                  <a:ext cx="98925" cy="19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7" h="7732" extrusionOk="0">
                      <a:moveTo>
                        <a:pt x="2071" y="0"/>
                      </a:moveTo>
                      <a:lnTo>
                        <a:pt x="740" y="1738"/>
                      </a:lnTo>
                      <a:cubicBezTo>
                        <a:pt x="740" y="1738"/>
                        <a:pt x="814" y="2699"/>
                        <a:pt x="740" y="3253"/>
                      </a:cubicBezTo>
                      <a:cubicBezTo>
                        <a:pt x="629" y="3808"/>
                        <a:pt x="370" y="4621"/>
                        <a:pt x="444" y="5065"/>
                      </a:cubicBezTo>
                      <a:cubicBezTo>
                        <a:pt x="592" y="5546"/>
                        <a:pt x="925" y="5730"/>
                        <a:pt x="777" y="5989"/>
                      </a:cubicBezTo>
                      <a:cubicBezTo>
                        <a:pt x="629" y="6285"/>
                        <a:pt x="259" y="6174"/>
                        <a:pt x="111" y="6655"/>
                      </a:cubicBezTo>
                      <a:cubicBezTo>
                        <a:pt x="0" y="7098"/>
                        <a:pt x="74" y="7394"/>
                        <a:pt x="296" y="7579"/>
                      </a:cubicBezTo>
                      <a:cubicBezTo>
                        <a:pt x="469" y="7700"/>
                        <a:pt x="633" y="7732"/>
                        <a:pt x="759" y="7732"/>
                      </a:cubicBezTo>
                      <a:cubicBezTo>
                        <a:pt x="904" y="7732"/>
                        <a:pt x="999" y="7690"/>
                        <a:pt x="999" y="7690"/>
                      </a:cubicBezTo>
                      <a:cubicBezTo>
                        <a:pt x="999" y="7690"/>
                        <a:pt x="666" y="7394"/>
                        <a:pt x="814" y="7209"/>
                      </a:cubicBezTo>
                      <a:cubicBezTo>
                        <a:pt x="907" y="7128"/>
                        <a:pt x="989" y="7105"/>
                        <a:pt x="1066" y="7105"/>
                      </a:cubicBezTo>
                      <a:cubicBezTo>
                        <a:pt x="1164" y="7105"/>
                        <a:pt x="1254" y="7142"/>
                        <a:pt x="1347" y="7142"/>
                      </a:cubicBezTo>
                      <a:cubicBezTo>
                        <a:pt x="1413" y="7142"/>
                        <a:pt x="1480" y="7124"/>
                        <a:pt x="1553" y="7061"/>
                      </a:cubicBezTo>
                      <a:cubicBezTo>
                        <a:pt x="1827" y="6856"/>
                        <a:pt x="1689" y="6462"/>
                        <a:pt x="1988" y="6462"/>
                      </a:cubicBezTo>
                      <a:cubicBezTo>
                        <a:pt x="2013" y="6462"/>
                        <a:pt x="2040" y="6464"/>
                        <a:pt x="2071" y="6470"/>
                      </a:cubicBezTo>
                      <a:cubicBezTo>
                        <a:pt x="2342" y="6470"/>
                        <a:pt x="2564" y="6519"/>
                        <a:pt x="2769" y="6519"/>
                      </a:cubicBezTo>
                      <a:cubicBezTo>
                        <a:pt x="2872" y="6519"/>
                        <a:pt x="2970" y="6507"/>
                        <a:pt x="3069" y="6470"/>
                      </a:cubicBezTo>
                      <a:cubicBezTo>
                        <a:pt x="3513" y="6211"/>
                        <a:pt x="3697" y="5989"/>
                        <a:pt x="3623" y="5472"/>
                      </a:cubicBezTo>
                      <a:cubicBezTo>
                        <a:pt x="3586" y="5213"/>
                        <a:pt x="3439" y="5213"/>
                        <a:pt x="3402" y="4843"/>
                      </a:cubicBezTo>
                      <a:cubicBezTo>
                        <a:pt x="3365" y="4437"/>
                        <a:pt x="3956" y="4473"/>
                        <a:pt x="3808" y="3771"/>
                      </a:cubicBezTo>
                      <a:cubicBezTo>
                        <a:pt x="3697" y="3179"/>
                        <a:pt x="3254" y="3364"/>
                        <a:pt x="3180" y="2958"/>
                      </a:cubicBezTo>
                      <a:cubicBezTo>
                        <a:pt x="3069" y="2514"/>
                        <a:pt x="3439" y="2514"/>
                        <a:pt x="3439" y="2070"/>
                      </a:cubicBezTo>
                      <a:cubicBezTo>
                        <a:pt x="3439" y="1479"/>
                        <a:pt x="2958" y="1590"/>
                        <a:pt x="2662" y="1109"/>
                      </a:cubicBezTo>
                      <a:cubicBezTo>
                        <a:pt x="2256" y="407"/>
                        <a:pt x="2071" y="0"/>
                        <a:pt x="20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5" name="Google Shape;2065;p89"/>
                <p:cNvSpPr/>
                <p:nvPr/>
              </p:nvSpPr>
              <p:spPr>
                <a:xfrm>
                  <a:off x="4877525" y="1932300"/>
                  <a:ext cx="28675" cy="20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8060" extrusionOk="0">
                      <a:moveTo>
                        <a:pt x="887" y="0"/>
                      </a:moveTo>
                      <a:cubicBezTo>
                        <a:pt x="887" y="0"/>
                        <a:pt x="370" y="2625"/>
                        <a:pt x="222" y="3771"/>
                      </a:cubicBezTo>
                      <a:cubicBezTo>
                        <a:pt x="74" y="4991"/>
                        <a:pt x="0" y="8060"/>
                        <a:pt x="0" y="8060"/>
                      </a:cubicBezTo>
                      <a:lnTo>
                        <a:pt x="629" y="7690"/>
                      </a:lnTo>
                      <a:lnTo>
                        <a:pt x="1146" y="185"/>
                      </a:lnTo>
                      <a:lnTo>
                        <a:pt x="887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6" name="Google Shape;2066;p89"/>
                <p:cNvSpPr/>
                <p:nvPr/>
              </p:nvSpPr>
              <p:spPr>
                <a:xfrm>
                  <a:off x="4863650" y="1916275"/>
                  <a:ext cx="258825" cy="35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3" h="14395" extrusionOk="0">
                      <a:moveTo>
                        <a:pt x="1971" y="1"/>
                      </a:moveTo>
                      <a:cubicBezTo>
                        <a:pt x="1046" y="1"/>
                        <a:pt x="903" y="1122"/>
                        <a:pt x="740" y="2342"/>
                      </a:cubicBezTo>
                      <a:cubicBezTo>
                        <a:pt x="555" y="3858"/>
                        <a:pt x="75" y="8442"/>
                        <a:pt x="1" y="8442"/>
                      </a:cubicBezTo>
                      <a:lnTo>
                        <a:pt x="444" y="8664"/>
                      </a:lnTo>
                      <a:cubicBezTo>
                        <a:pt x="444" y="8627"/>
                        <a:pt x="925" y="4191"/>
                        <a:pt x="1110" y="2675"/>
                      </a:cubicBezTo>
                      <a:cubicBezTo>
                        <a:pt x="1266" y="1399"/>
                        <a:pt x="1404" y="600"/>
                        <a:pt x="2091" y="600"/>
                      </a:cubicBezTo>
                      <a:cubicBezTo>
                        <a:pt x="2380" y="600"/>
                        <a:pt x="2766" y="742"/>
                        <a:pt x="3291" y="1048"/>
                      </a:cubicBezTo>
                      <a:lnTo>
                        <a:pt x="4326" y="1640"/>
                      </a:lnTo>
                      <a:lnTo>
                        <a:pt x="5990" y="2601"/>
                      </a:lnTo>
                      <a:lnTo>
                        <a:pt x="7062" y="3229"/>
                      </a:lnTo>
                      <a:cubicBezTo>
                        <a:pt x="8837" y="4191"/>
                        <a:pt x="9021" y="5263"/>
                        <a:pt x="9243" y="7333"/>
                      </a:cubicBezTo>
                      <a:cubicBezTo>
                        <a:pt x="9428" y="9071"/>
                        <a:pt x="9872" y="14062"/>
                        <a:pt x="9872" y="14136"/>
                      </a:cubicBezTo>
                      <a:lnTo>
                        <a:pt x="10352" y="14394"/>
                      </a:lnTo>
                      <a:cubicBezTo>
                        <a:pt x="10352" y="14357"/>
                        <a:pt x="9872" y="9255"/>
                        <a:pt x="9687" y="7518"/>
                      </a:cubicBezTo>
                      <a:cubicBezTo>
                        <a:pt x="9465" y="5558"/>
                        <a:pt x="9280" y="3895"/>
                        <a:pt x="7099" y="2675"/>
                      </a:cubicBezTo>
                      <a:lnTo>
                        <a:pt x="6064" y="2046"/>
                      </a:lnTo>
                      <a:lnTo>
                        <a:pt x="4400" y="1085"/>
                      </a:lnTo>
                      <a:lnTo>
                        <a:pt x="3328" y="493"/>
                      </a:lnTo>
                      <a:cubicBezTo>
                        <a:pt x="2747" y="149"/>
                        <a:pt x="2307" y="1"/>
                        <a:pt x="1971" y="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7" name="Google Shape;2067;p89"/>
                <p:cNvSpPr/>
                <p:nvPr/>
              </p:nvSpPr>
              <p:spPr>
                <a:xfrm>
                  <a:off x="4716700" y="2000400"/>
                  <a:ext cx="258825" cy="35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3" h="14394" extrusionOk="0">
                      <a:moveTo>
                        <a:pt x="1971" y="0"/>
                      </a:moveTo>
                      <a:cubicBezTo>
                        <a:pt x="1045" y="0"/>
                        <a:pt x="902" y="1121"/>
                        <a:pt x="740" y="2341"/>
                      </a:cubicBezTo>
                      <a:cubicBezTo>
                        <a:pt x="555" y="3857"/>
                        <a:pt x="74" y="8405"/>
                        <a:pt x="0" y="8441"/>
                      </a:cubicBezTo>
                      <a:lnTo>
                        <a:pt x="481" y="8663"/>
                      </a:lnTo>
                      <a:cubicBezTo>
                        <a:pt x="481" y="8626"/>
                        <a:pt x="925" y="4190"/>
                        <a:pt x="1109" y="2674"/>
                      </a:cubicBezTo>
                      <a:cubicBezTo>
                        <a:pt x="1266" y="1397"/>
                        <a:pt x="1404" y="616"/>
                        <a:pt x="2093" y="616"/>
                      </a:cubicBezTo>
                      <a:cubicBezTo>
                        <a:pt x="2382" y="616"/>
                        <a:pt x="2767" y="753"/>
                        <a:pt x="3291" y="1047"/>
                      </a:cubicBezTo>
                      <a:lnTo>
                        <a:pt x="4363" y="1639"/>
                      </a:lnTo>
                      <a:lnTo>
                        <a:pt x="6027" y="2637"/>
                      </a:lnTo>
                      <a:lnTo>
                        <a:pt x="7062" y="3229"/>
                      </a:lnTo>
                      <a:cubicBezTo>
                        <a:pt x="8836" y="4190"/>
                        <a:pt x="9021" y="5262"/>
                        <a:pt x="9243" y="7332"/>
                      </a:cubicBezTo>
                      <a:cubicBezTo>
                        <a:pt x="9428" y="9107"/>
                        <a:pt x="9908" y="14098"/>
                        <a:pt x="9908" y="14135"/>
                      </a:cubicBezTo>
                      <a:lnTo>
                        <a:pt x="10352" y="14394"/>
                      </a:lnTo>
                      <a:cubicBezTo>
                        <a:pt x="10352" y="14357"/>
                        <a:pt x="9908" y="9292"/>
                        <a:pt x="9724" y="7517"/>
                      </a:cubicBezTo>
                      <a:cubicBezTo>
                        <a:pt x="9465" y="5595"/>
                        <a:pt x="9280" y="3931"/>
                        <a:pt x="7136" y="2674"/>
                      </a:cubicBezTo>
                      <a:lnTo>
                        <a:pt x="6063" y="2083"/>
                      </a:lnTo>
                      <a:lnTo>
                        <a:pt x="4400" y="1084"/>
                      </a:lnTo>
                      <a:lnTo>
                        <a:pt x="3328" y="493"/>
                      </a:lnTo>
                      <a:cubicBezTo>
                        <a:pt x="2746" y="148"/>
                        <a:pt x="2307" y="0"/>
                        <a:pt x="1971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8" name="Google Shape;2068;p89"/>
                <p:cNvSpPr/>
                <p:nvPr/>
              </p:nvSpPr>
              <p:spPr>
                <a:xfrm>
                  <a:off x="4714850" y="2024725"/>
                  <a:ext cx="28675" cy="20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8060" extrusionOk="0">
                      <a:moveTo>
                        <a:pt x="851" y="0"/>
                      </a:moveTo>
                      <a:cubicBezTo>
                        <a:pt x="851" y="0"/>
                        <a:pt x="370" y="2625"/>
                        <a:pt x="222" y="3771"/>
                      </a:cubicBezTo>
                      <a:cubicBezTo>
                        <a:pt x="74" y="4991"/>
                        <a:pt x="0" y="8060"/>
                        <a:pt x="0" y="8060"/>
                      </a:cubicBezTo>
                      <a:lnTo>
                        <a:pt x="629" y="7690"/>
                      </a:lnTo>
                      <a:lnTo>
                        <a:pt x="1146" y="185"/>
                      </a:lnTo>
                      <a:lnTo>
                        <a:pt x="851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9" name="Google Shape;2069;p89"/>
                <p:cNvSpPr/>
                <p:nvPr/>
              </p:nvSpPr>
              <p:spPr>
                <a:xfrm>
                  <a:off x="4920950" y="2119925"/>
                  <a:ext cx="55500" cy="24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0" h="9983" extrusionOk="0">
                      <a:moveTo>
                        <a:pt x="740" y="0"/>
                      </a:moveTo>
                      <a:lnTo>
                        <a:pt x="1" y="185"/>
                      </a:lnTo>
                      <a:cubicBezTo>
                        <a:pt x="1" y="185"/>
                        <a:pt x="555" y="1553"/>
                        <a:pt x="629" y="2403"/>
                      </a:cubicBezTo>
                      <a:cubicBezTo>
                        <a:pt x="703" y="3291"/>
                        <a:pt x="1591" y="9982"/>
                        <a:pt x="1591" y="9982"/>
                      </a:cubicBezTo>
                      <a:lnTo>
                        <a:pt x="2219" y="9613"/>
                      </a:lnTo>
                      <a:cubicBezTo>
                        <a:pt x="2219" y="9613"/>
                        <a:pt x="1480" y="3845"/>
                        <a:pt x="1369" y="2958"/>
                      </a:cubicBezTo>
                      <a:cubicBezTo>
                        <a:pt x="1221" y="2071"/>
                        <a:pt x="740" y="0"/>
                        <a:pt x="740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0" name="Google Shape;2070;p89"/>
                <p:cNvSpPr/>
                <p:nvPr/>
              </p:nvSpPr>
              <p:spPr>
                <a:xfrm>
                  <a:off x="4700975" y="2009625"/>
                  <a:ext cx="258825" cy="35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3" h="14395" extrusionOk="0">
                      <a:moveTo>
                        <a:pt x="1971" y="1"/>
                      </a:moveTo>
                      <a:cubicBezTo>
                        <a:pt x="1043" y="1"/>
                        <a:pt x="893" y="1122"/>
                        <a:pt x="703" y="2342"/>
                      </a:cubicBezTo>
                      <a:cubicBezTo>
                        <a:pt x="555" y="3858"/>
                        <a:pt x="75" y="8442"/>
                        <a:pt x="1" y="8442"/>
                      </a:cubicBezTo>
                      <a:lnTo>
                        <a:pt x="444" y="8664"/>
                      </a:lnTo>
                      <a:cubicBezTo>
                        <a:pt x="444" y="8627"/>
                        <a:pt x="925" y="4191"/>
                        <a:pt x="1110" y="2675"/>
                      </a:cubicBezTo>
                      <a:cubicBezTo>
                        <a:pt x="1266" y="1398"/>
                        <a:pt x="1404" y="617"/>
                        <a:pt x="2081" y="617"/>
                      </a:cubicBezTo>
                      <a:cubicBezTo>
                        <a:pt x="2364" y="617"/>
                        <a:pt x="2742" y="754"/>
                        <a:pt x="3254" y="1048"/>
                      </a:cubicBezTo>
                      <a:lnTo>
                        <a:pt x="4326" y="1640"/>
                      </a:lnTo>
                      <a:lnTo>
                        <a:pt x="5990" y="2638"/>
                      </a:lnTo>
                      <a:lnTo>
                        <a:pt x="7062" y="3229"/>
                      </a:lnTo>
                      <a:cubicBezTo>
                        <a:pt x="8800" y="4191"/>
                        <a:pt x="8985" y="5263"/>
                        <a:pt x="9243" y="7333"/>
                      </a:cubicBezTo>
                      <a:cubicBezTo>
                        <a:pt x="9428" y="9108"/>
                        <a:pt x="9872" y="14099"/>
                        <a:pt x="9872" y="14136"/>
                      </a:cubicBezTo>
                      <a:lnTo>
                        <a:pt x="10353" y="14394"/>
                      </a:lnTo>
                      <a:cubicBezTo>
                        <a:pt x="10353" y="14357"/>
                        <a:pt x="9872" y="9293"/>
                        <a:pt x="9687" y="7518"/>
                      </a:cubicBezTo>
                      <a:cubicBezTo>
                        <a:pt x="9465" y="5595"/>
                        <a:pt x="9280" y="3932"/>
                        <a:pt x="7099" y="2675"/>
                      </a:cubicBezTo>
                      <a:lnTo>
                        <a:pt x="6027" y="2083"/>
                      </a:lnTo>
                      <a:lnTo>
                        <a:pt x="4363" y="1085"/>
                      </a:lnTo>
                      <a:lnTo>
                        <a:pt x="3328" y="493"/>
                      </a:lnTo>
                      <a:cubicBezTo>
                        <a:pt x="2747" y="149"/>
                        <a:pt x="2307" y="1"/>
                        <a:pt x="1971" y="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1" name="Google Shape;2071;p89"/>
                <p:cNvSpPr/>
                <p:nvPr/>
              </p:nvSpPr>
              <p:spPr>
                <a:xfrm>
                  <a:off x="4668625" y="1587050"/>
                  <a:ext cx="490825" cy="54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33" h="21796" extrusionOk="0">
                      <a:moveTo>
                        <a:pt x="8265" y="1"/>
                      </a:moveTo>
                      <a:cubicBezTo>
                        <a:pt x="7216" y="1"/>
                        <a:pt x="1" y="4605"/>
                        <a:pt x="1" y="4605"/>
                      </a:cubicBezTo>
                      <a:cubicBezTo>
                        <a:pt x="1" y="4605"/>
                        <a:pt x="555" y="11629"/>
                        <a:pt x="1073" y="13810"/>
                      </a:cubicBezTo>
                      <a:cubicBezTo>
                        <a:pt x="1628" y="15955"/>
                        <a:pt x="3254" y="17544"/>
                        <a:pt x="5953" y="19023"/>
                      </a:cubicBezTo>
                      <a:cubicBezTo>
                        <a:pt x="8578" y="20502"/>
                        <a:pt x="11351" y="21796"/>
                        <a:pt x="11351" y="21796"/>
                      </a:cubicBezTo>
                      <a:lnTo>
                        <a:pt x="19632" y="17027"/>
                      </a:lnTo>
                      <a:cubicBezTo>
                        <a:pt x="19632" y="17027"/>
                        <a:pt x="13236" y="14069"/>
                        <a:pt x="11684" y="12775"/>
                      </a:cubicBezTo>
                      <a:cubicBezTo>
                        <a:pt x="10094" y="11481"/>
                        <a:pt x="8800" y="8708"/>
                        <a:pt x="8578" y="2978"/>
                      </a:cubicBezTo>
                      <a:cubicBezTo>
                        <a:pt x="8541" y="1980"/>
                        <a:pt x="8689" y="390"/>
                        <a:pt x="8356" y="20"/>
                      </a:cubicBezTo>
                      <a:cubicBezTo>
                        <a:pt x="8335" y="7"/>
                        <a:pt x="8304" y="1"/>
                        <a:pt x="826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2" name="Google Shape;2072;p89"/>
                <p:cNvSpPr/>
                <p:nvPr/>
              </p:nvSpPr>
              <p:spPr>
                <a:xfrm>
                  <a:off x="4659400" y="1690125"/>
                  <a:ext cx="293000" cy="46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0" h="18635" extrusionOk="0">
                      <a:moveTo>
                        <a:pt x="0" y="1"/>
                      </a:moveTo>
                      <a:cubicBezTo>
                        <a:pt x="0" y="1"/>
                        <a:pt x="444" y="5584"/>
                        <a:pt x="740" y="7839"/>
                      </a:cubicBezTo>
                      <a:cubicBezTo>
                        <a:pt x="998" y="10131"/>
                        <a:pt x="1738" y="12756"/>
                        <a:pt x="5028" y="14752"/>
                      </a:cubicBezTo>
                      <a:cubicBezTo>
                        <a:pt x="6026" y="15344"/>
                        <a:pt x="7135" y="16009"/>
                        <a:pt x="8171" y="16601"/>
                      </a:cubicBezTo>
                      <a:cubicBezTo>
                        <a:pt x="9723" y="17525"/>
                        <a:pt x="11128" y="18301"/>
                        <a:pt x="11720" y="18634"/>
                      </a:cubicBezTo>
                      <a:lnTo>
                        <a:pt x="11720" y="17673"/>
                      </a:lnTo>
                      <a:cubicBezTo>
                        <a:pt x="10759" y="17118"/>
                        <a:pt x="7505" y="15270"/>
                        <a:pt x="5028" y="13791"/>
                      </a:cubicBezTo>
                      <a:cubicBezTo>
                        <a:pt x="2107" y="12016"/>
                        <a:pt x="1664" y="9946"/>
                        <a:pt x="1405" y="8098"/>
                      </a:cubicBezTo>
                      <a:cubicBezTo>
                        <a:pt x="1183" y="5916"/>
                        <a:pt x="740" y="482"/>
                        <a:pt x="740" y="482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3" name="Google Shape;2073;p89"/>
                <p:cNvSpPr/>
                <p:nvPr/>
              </p:nvSpPr>
              <p:spPr>
                <a:xfrm>
                  <a:off x="4659400" y="1571825"/>
                  <a:ext cx="226450" cy="13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8" h="5214" extrusionOk="0">
                      <a:moveTo>
                        <a:pt x="8245" y="1"/>
                      </a:moveTo>
                      <a:lnTo>
                        <a:pt x="0" y="4733"/>
                      </a:lnTo>
                      <a:lnTo>
                        <a:pt x="740" y="5214"/>
                      </a:lnTo>
                      <a:lnTo>
                        <a:pt x="9058" y="444"/>
                      </a:lnTo>
                      <a:lnTo>
                        <a:pt x="8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4" name="Google Shape;2074;p89"/>
                <p:cNvSpPr/>
                <p:nvPr/>
              </p:nvSpPr>
              <p:spPr>
                <a:xfrm>
                  <a:off x="4952375" y="2012700"/>
                  <a:ext cx="207075" cy="14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3" h="5732" extrusionOk="0">
                      <a:moveTo>
                        <a:pt x="8282" y="1"/>
                      </a:moveTo>
                      <a:lnTo>
                        <a:pt x="1" y="4770"/>
                      </a:lnTo>
                      <a:lnTo>
                        <a:pt x="1" y="5731"/>
                      </a:lnTo>
                      <a:lnTo>
                        <a:pt x="8282" y="962"/>
                      </a:lnTo>
                      <a:lnTo>
                        <a:pt x="828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5" name="Google Shape;2075;p89"/>
                <p:cNvSpPr/>
                <p:nvPr/>
              </p:nvSpPr>
              <p:spPr>
                <a:xfrm>
                  <a:off x="4973650" y="1993275"/>
                  <a:ext cx="89550" cy="8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2" h="3548" extrusionOk="0">
                      <a:moveTo>
                        <a:pt x="2404" y="1"/>
                      </a:moveTo>
                      <a:cubicBezTo>
                        <a:pt x="2403" y="1"/>
                        <a:pt x="2403" y="1"/>
                        <a:pt x="2403" y="1"/>
                      </a:cubicBezTo>
                      <a:lnTo>
                        <a:pt x="0" y="1813"/>
                      </a:lnTo>
                      <a:cubicBezTo>
                        <a:pt x="0" y="1813"/>
                        <a:pt x="555" y="3218"/>
                        <a:pt x="1220" y="3514"/>
                      </a:cubicBezTo>
                      <a:cubicBezTo>
                        <a:pt x="1284" y="3537"/>
                        <a:pt x="1353" y="3548"/>
                        <a:pt x="1426" y="3548"/>
                      </a:cubicBezTo>
                      <a:cubicBezTo>
                        <a:pt x="2154" y="3548"/>
                        <a:pt x="3254" y="2478"/>
                        <a:pt x="3254" y="2478"/>
                      </a:cubicBezTo>
                      <a:cubicBezTo>
                        <a:pt x="3582" y="1384"/>
                        <a:pt x="2434" y="1"/>
                        <a:pt x="24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6" name="Google Shape;2076;p89"/>
                <p:cNvSpPr/>
                <p:nvPr/>
              </p:nvSpPr>
              <p:spPr>
                <a:xfrm>
                  <a:off x="4733325" y="1368400"/>
                  <a:ext cx="154600" cy="25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4" h="10391" extrusionOk="0">
                      <a:moveTo>
                        <a:pt x="3507" y="1"/>
                      </a:moveTo>
                      <a:cubicBezTo>
                        <a:pt x="3449" y="1"/>
                        <a:pt x="3389" y="2"/>
                        <a:pt x="3328" y="4"/>
                      </a:cubicBezTo>
                      <a:cubicBezTo>
                        <a:pt x="444" y="78"/>
                        <a:pt x="260" y="3258"/>
                        <a:pt x="999" y="5476"/>
                      </a:cubicBezTo>
                      <a:cubicBezTo>
                        <a:pt x="2025" y="8504"/>
                        <a:pt x="1146" y="8967"/>
                        <a:pt x="512" y="8967"/>
                      </a:cubicBezTo>
                      <a:cubicBezTo>
                        <a:pt x="233" y="8967"/>
                        <a:pt x="1" y="8877"/>
                        <a:pt x="1" y="8877"/>
                      </a:cubicBezTo>
                      <a:lnTo>
                        <a:pt x="1" y="8877"/>
                      </a:lnTo>
                      <a:cubicBezTo>
                        <a:pt x="1" y="8877"/>
                        <a:pt x="352" y="10391"/>
                        <a:pt x="1586" y="10391"/>
                      </a:cubicBezTo>
                      <a:cubicBezTo>
                        <a:pt x="1795" y="10391"/>
                        <a:pt x="2030" y="10347"/>
                        <a:pt x="2293" y="10245"/>
                      </a:cubicBezTo>
                      <a:cubicBezTo>
                        <a:pt x="4104" y="9617"/>
                        <a:pt x="5990" y="2888"/>
                        <a:pt x="5546" y="2444"/>
                      </a:cubicBezTo>
                      <a:cubicBezTo>
                        <a:pt x="5546" y="2444"/>
                        <a:pt x="6184" y="1"/>
                        <a:pt x="350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7" name="Google Shape;2077;p89"/>
                <p:cNvSpPr/>
                <p:nvPr/>
              </p:nvSpPr>
              <p:spPr>
                <a:xfrm>
                  <a:off x="4803575" y="1397975"/>
                  <a:ext cx="61025" cy="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1853" extrusionOk="0">
                      <a:moveTo>
                        <a:pt x="1236" y="1"/>
                      </a:moveTo>
                      <a:cubicBezTo>
                        <a:pt x="1084" y="1"/>
                        <a:pt x="928" y="44"/>
                        <a:pt x="777" y="152"/>
                      </a:cubicBezTo>
                      <a:cubicBezTo>
                        <a:pt x="1" y="707"/>
                        <a:pt x="407" y="1853"/>
                        <a:pt x="407" y="1853"/>
                      </a:cubicBezTo>
                      <a:lnTo>
                        <a:pt x="2441" y="744"/>
                      </a:lnTo>
                      <a:cubicBezTo>
                        <a:pt x="2441" y="744"/>
                        <a:pt x="1865" y="1"/>
                        <a:pt x="123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8" name="Google Shape;2078;p89"/>
                <p:cNvSpPr/>
                <p:nvPr/>
              </p:nvSpPr>
              <p:spPr>
                <a:xfrm>
                  <a:off x="4914500" y="1585700"/>
                  <a:ext cx="404950" cy="14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8" h="5836" extrusionOk="0">
                      <a:moveTo>
                        <a:pt x="1109" y="0"/>
                      </a:moveTo>
                      <a:lnTo>
                        <a:pt x="0" y="2884"/>
                      </a:lnTo>
                      <a:cubicBezTo>
                        <a:pt x="0" y="2884"/>
                        <a:pt x="2440" y="4400"/>
                        <a:pt x="3475" y="5139"/>
                      </a:cubicBezTo>
                      <a:cubicBezTo>
                        <a:pt x="3887" y="5487"/>
                        <a:pt x="5410" y="5836"/>
                        <a:pt x="6837" y="5836"/>
                      </a:cubicBezTo>
                      <a:cubicBezTo>
                        <a:pt x="7077" y="5836"/>
                        <a:pt x="7314" y="5826"/>
                        <a:pt x="7542" y="5805"/>
                      </a:cubicBezTo>
                      <a:cubicBezTo>
                        <a:pt x="8761" y="5700"/>
                        <a:pt x="9815" y="5432"/>
                        <a:pt x="11077" y="5432"/>
                      </a:cubicBezTo>
                      <a:cubicBezTo>
                        <a:pt x="11155" y="5432"/>
                        <a:pt x="11233" y="5433"/>
                        <a:pt x="11313" y="5435"/>
                      </a:cubicBezTo>
                      <a:cubicBezTo>
                        <a:pt x="11646" y="5435"/>
                        <a:pt x="12459" y="5546"/>
                        <a:pt x="12792" y="5583"/>
                      </a:cubicBezTo>
                      <a:cubicBezTo>
                        <a:pt x="13217" y="5645"/>
                        <a:pt x="13599" y="5674"/>
                        <a:pt x="13937" y="5674"/>
                      </a:cubicBezTo>
                      <a:cubicBezTo>
                        <a:pt x="15597" y="5674"/>
                        <a:pt x="16198" y="4983"/>
                        <a:pt x="15676" y="4215"/>
                      </a:cubicBezTo>
                      <a:cubicBezTo>
                        <a:pt x="15417" y="3919"/>
                        <a:pt x="15047" y="3660"/>
                        <a:pt x="14049" y="3623"/>
                      </a:cubicBezTo>
                      <a:cubicBezTo>
                        <a:pt x="13716" y="3623"/>
                        <a:pt x="13162" y="3586"/>
                        <a:pt x="13014" y="3586"/>
                      </a:cubicBezTo>
                      <a:cubicBezTo>
                        <a:pt x="12903" y="3586"/>
                        <a:pt x="13494" y="3180"/>
                        <a:pt x="13494" y="2884"/>
                      </a:cubicBezTo>
                      <a:cubicBezTo>
                        <a:pt x="13494" y="2705"/>
                        <a:pt x="13451" y="2630"/>
                        <a:pt x="13359" y="2630"/>
                      </a:cubicBezTo>
                      <a:cubicBezTo>
                        <a:pt x="13263" y="2630"/>
                        <a:pt x="13112" y="2714"/>
                        <a:pt x="12903" y="2847"/>
                      </a:cubicBezTo>
                      <a:cubicBezTo>
                        <a:pt x="12542" y="3063"/>
                        <a:pt x="11759" y="3773"/>
                        <a:pt x="11137" y="3773"/>
                      </a:cubicBezTo>
                      <a:cubicBezTo>
                        <a:pt x="11122" y="3773"/>
                        <a:pt x="11106" y="3772"/>
                        <a:pt x="11091" y="3771"/>
                      </a:cubicBezTo>
                      <a:cubicBezTo>
                        <a:pt x="8836" y="3697"/>
                        <a:pt x="5546" y="3032"/>
                        <a:pt x="4843" y="2958"/>
                      </a:cubicBezTo>
                      <a:cubicBezTo>
                        <a:pt x="4030" y="2810"/>
                        <a:pt x="1109" y="0"/>
                        <a:pt x="1109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9" name="Google Shape;2079;p89"/>
                <p:cNvSpPr/>
                <p:nvPr/>
              </p:nvSpPr>
              <p:spPr>
                <a:xfrm>
                  <a:off x="5025400" y="1942450"/>
                  <a:ext cx="184200" cy="4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8" h="16921" extrusionOk="0">
                      <a:moveTo>
                        <a:pt x="4141" y="1"/>
                      </a:moveTo>
                      <a:cubicBezTo>
                        <a:pt x="4141" y="1"/>
                        <a:pt x="0" y="371"/>
                        <a:pt x="259" y="962"/>
                      </a:cubicBezTo>
                      <a:cubicBezTo>
                        <a:pt x="370" y="1184"/>
                        <a:pt x="2995" y="3476"/>
                        <a:pt x="2995" y="4216"/>
                      </a:cubicBezTo>
                      <a:cubicBezTo>
                        <a:pt x="2995" y="5325"/>
                        <a:pt x="2958" y="6730"/>
                        <a:pt x="3217" y="7913"/>
                      </a:cubicBezTo>
                      <a:cubicBezTo>
                        <a:pt x="3698" y="9835"/>
                        <a:pt x="3956" y="12053"/>
                        <a:pt x="3698" y="13200"/>
                      </a:cubicBezTo>
                      <a:cubicBezTo>
                        <a:pt x="3402" y="14309"/>
                        <a:pt x="3772" y="15344"/>
                        <a:pt x="4252" y="15566"/>
                      </a:cubicBezTo>
                      <a:cubicBezTo>
                        <a:pt x="4696" y="15751"/>
                        <a:pt x="4807" y="15898"/>
                        <a:pt x="5620" y="16638"/>
                      </a:cubicBezTo>
                      <a:cubicBezTo>
                        <a:pt x="5852" y="16840"/>
                        <a:pt x="6095" y="16920"/>
                        <a:pt x="6319" y="16920"/>
                      </a:cubicBezTo>
                      <a:cubicBezTo>
                        <a:pt x="6913" y="16920"/>
                        <a:pt x="7368" y="16349"/>
                        <a:pt x="7099" y="15972"/>
                      </a:cubicBezTo>
                      <a:cubicBezTo>
                        <a:pt x="6729" y="15492"/>
                        <a:pt x="5768" y="14198"/>
                        <a:pt x="5731" y="12756"/>
                      </a:cubicBezTo>
                      <a:cubicBezTo>
                        <a:pt x="5620" y="11277"/>
                        <a:pt x="5731" y="6915"/>
                        <a:pt x="5879" y="5805"/>
                      </a:cubicBezTo>
                      <a:cubicBezTo>
                        <a:pt x="5990" y="4659"/>
                        <a:pt x="5879" y="4253"/>
                        <a:pt x="5953" y="3328"/>
                      </a:cubicBezTo>
                      <a:cubicBezTo>
                        <a:pt x="6101" y="1628"/>
                        <a:pt x="4141" y="1"/>
                        <a:pt x="4141" y="1"/>
                      </a:cubicBezTo>
                      <a:close/>
                    </a:path>
                  </a:pathLst>
                </a:custGeom>
                <a:solidFill>
                  <a:srgbClr val="FFA08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0" name="Google Shape;2080;p89"/>
                <p:cNvSpPr/>
                <p:nvPr/>
              </p:nvSpPr>
              <p:spPr>
                <a:xfrm>
                  <a:off x="5104875" y="2285375"/>
                  <a:ext cx="137325" cy="10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3" h="4276" extrusionOk="0">
                      <a:moveTo>
                        <a:pt x="371" y="0"/>
                      </a:moveTo>
                      <a:cubicBezTo>
                        <a:pt x="371" y="0"/>
                        <a:pt x="1" y="407"/>
                        <a:pt x="1" y="777"/>
                      </a:cubicBezTo>
                      <a:cubicBezTo>
                        <a:pt x="1" y="1516"/>
                        <a:pt x="223" y="1738"/>
                        <a:pt x="999" y="2403"/>
                      </a:cubicBezTo>
                      <a:cubicBezTo>
                        <a:pt x="1813" y="3069"/>
                        <a:pt x="2626" y="3919"/>
                        <a:pt x="3624" y="4215"/>
                      </a:cubicBezTo>
                      <a:cubicBezTo>
                        <a:pt x="3781" y="4257"/>
                        <a:pt x="3937" y="4276"/>
                        <a:pt x="4089" y="4276"/>
                      </a:cubicBezTo>
                      <a:cubicBezTo>
                        <a:pt x="4864" y="4276"/>
                        <a:pt x="5492" y="3785"/>
                        <a:pt x="5214" y="3475"/>
                      </a:cubicBezTo>
                      <a:cubicBezTo>
                        <a:pt x="4918" y="3106"/>
                        <a:pt x="3883" y="2329"/>
                        <a:pt x="3883" y="2329"/>
                      </a:cubicBezTo>
                      <a:cubicBezTo>
                        <a:pt x="3674" y="2494"/>
                        <a:pt x="3476" y="2574"/>
                        <a:pt x="3245" y="2574"/>
                      </a:cubicBezTo>
                      <a:cubicBezTo>
                        <a:pt x="2903" y="2574"/>
                        <a:pt x="2488" y="2401"/>
                        <a:pt x="1850" y="2070"/>
                      </a:cubicBezTo>
                      <a:cubicBezTo>
                        <a:pt x="703" y="1479"/>
                        <a:pt x="371" y="0"/>
                        <a:pt x="37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1" name="Google Shape;2081;p89"/>
                <p:cNvSpPr/>
                <p:nvPr/>
              </p:nvSpPr>
              <p:spPr>
                <a:xfrm>
                  <a:off x="4958150" y="1913325"/>
                  <a:ext cx="176600" cy="49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" h="19713" extrusionOk="0">
                      <a:moveTo>
                        <a:pt x="2045" y="0"/>
                      </a:moveTo>
                      <a:cubicBezTo>
                        <a:pt x="975" y="0"/>
                        <a:pt x="0" y="1718"/>
                        <a:pt x="66" y="2830"/>
                      </a:cubicBezTo>
                      <a:cubicBezTo>
                        <a:pt x="140" y="3828"/>
                        <a:pt x="1803" y="4678"/>
                        <a:pt x="2654" y="5639"/>
                      </a:cubicBezTo>
                      <a:cubicBezTo>
                        <a:pt x="3060" y="6083"/>
                        <a:pt x="2469" y="8745"/>
                        <a:pt x="2912" y="10667"/>
                      </a:cubicBezTo>
                      <a:cubicBezTo>
                        <a:pt x="3393" y="12627"/>
                        <a:pt x="3652" y="14845"/>
                        <a:pt x="3393" y="15991"/>
                      </a:cubicBezTo>
                      <a:cubicBezTo>
                        <a:pt x="3097" y="17100"/>
                        <a:pt x="3467" y="18136"/>
                        <a:pt x="3947" y="18357"/>
                      </a:cubicBezTo>
                      <a:cubicBezTo>
                        <a:pt x="4391" y="18542"/>
                        <a:pt x="4502" y="18690"/>
                        <a:pt x="5315" y="19430"/>
                      </a:cubicBezTo>
                      <a:cubicBezTo>
                        <a:pt x="5548" y="19631"/>
                        <a:pt x="5791" y="19712"/>
                        <a:pt x="6014" y="19712"/>
                      </a:cubicBezTo>
                      <a:cubicBezTo>
                        <a:pt x="6609" y="19712"/>
                        <a:pt x="7063" y="19140"/>
                        <a:pt x="6794" y="18764"/>
                      </a:cubicBezTo>
                      <a:cubicBezTo>
                        <a:pt x="6425" y="18246"/>
                        <a:pt x="5463" y="16952"/>
                        <a:pt x="5426" y="15548"/>
                      </a:cubicBezTo>
                      <a:cubicBezTo>
                        <a:pt x="5315" y="14032"/>
                        <a:pt x="5537" y="9521"/>
                        <a:pt x="5537" y="8412"/>
                      </a:cubicBezTo>
                      <a:cubicBezTo>
                        <a:pt x="5537" y="7451"/>
                        <a:pt x="5685" y="6749"/>
                        <a:pt x="5870" y="5824"/>
                      </a:cubicBezTo>
                      <a:cubicBezTo>
                        <a:pt x="6055" y="4863"/>
                        <a:pt x="5611" y="3939"/>
                        <a:pt x="5131" y="3458"/>
                      </a:cubicBezTo>
                      <a:cubicBezTo>
                        <a:pt x="3652" y="1942"/>
                        <a:pt x="2875" y="279"/>
                        <a:pt x="2469" y="94"/>
                      </a:cubicBezTo>
                      <a:cubicBezTo>
                        <a:pt x="2327" y="30"/>
                        <a:pt x="2185" y="0"/>
                        <a:pt x="2045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2" name="Google Shape;2082;p89"/>
                <p:cNvSpPr/>
                <p:nvPr/>
              </p:nvSpPr>
              <p:spPr>
                <a:xfrm>
                  <a:off x="5030025" y="2326025"/>
                  <a:ext cx="137300" cy="106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2" h="4277" extrusionOk="0">
                      <a:moveTo>
                        <a:pt x="370" y="1"/>
                      </a:moveTo>
                      <a:cubicBezTo>
                        <a:pt x="370" y="1"/>
                        <a:pt x="0" y="408"/>
                        <a:pt x="0" y="777"/>
                      </a:cubicBezTo>
                      <a:cubicBezTo>
                        <a:pt x="0" y="1517"/>
                        <a:pt x="222" y="1738"/>
                        <a:pt x="999" y="2404"/>
                      </a:cubicBezTo>
                      <a:cubicBezTo>
                        <a:pt x="1812" y="3032"/>
                        <a:pt x="2625" y="3920"/>
                        <a:pt x="3587" y="4216"/>
                      </a:cubicBezTo>
                      <a:cubicBezTo>
                        <a:pt x="3749" y="4258"/>
                        <a:pt x="3911" y="4276"/>
                        <a:pt x="4066" y="4276"/>
                      </a:cubicBezTo>
                      <a:cubicBezTo>
                        <a:pt x="4864" y="4276"/>
                        <a:pt x="5492" y="3786"/>
                        <a:pt x="5213" y="3476"/>
                      </a:cubicBezTo>
                      <a:cubicBezTo>
                        <a:pt x="4880" y="3069"/>
                        <a:pt x="3882" y="2293"/>
                        <a:pt x="3882" y="2293"/>
                      </a:cubicBezTo>
                      <a:cubicBezTo>
                        <a:pt x="3666" y="2478"/>
                        <a:pt x="3463" y="2567"/>
                        <a:pt x="3222" y="2567"/>
                      </a:cubicBezTo>
                      <a:cubicBezTo>
                        <a:pt x="2885" y="2567"/>
                        <a:pt x="2473" y="2394"/>
                        <a:pt x="1849" y="2071"/>
                      </a:cubicBezTo>
                      <a:cubicBezTo>
                        <a:pt x="740" y="1480"/>
                        <a:pt x="370" y="1"/>
                        <a:pt x="3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3" name="Google Shape;2083;p89"/>
                <p:cNvSpPr/>
                <p:nvPr/>
              </p:nvSpPr>
              <p:spPr>
                <a:xfrm>
                  <a:off x="4786025" y="1833400"/>
                  <a:ext cx="360475" cy="24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19" h="9798" extrusionOk="0">
                      <a:moveTo>
                        <a:pt x="7172" y="0"/>
                      </a:moveTo>
                      <a:cubicBezTo>
                        <a:pt x="7172" y="0"/>
                        <a:pt x="5819" y="1672"/>
                        <a:pt x="3610" y="1672"/>
                      </a:cubicBezTo>
                      <a:cubicBezTo>
                        <a:pt x="2807" y="1672"/>
                        <a:pt x="1892" y="1452"/>
                        <a:pt x="887" y="851"/>
                      </a:cubicBezTo>
                      <a:lnTo>
                        <a:pt x="887" y="851"/>
                      </a:lnTo>
                      <a:cubicBezTo>
                        <a:pt x="887" y="851"/>
                        <a:pt x="0" y="3698"/>
                        <a:pt x="1072" y="5657"/>
                      </a:cubicBezTo>
                      <a:cubicBezTo>
                        <a:pt x="1996" y="7247"/>
                        <a:pt x="8725" y="9798"/>
                        <a:pt x="8725" y="9798"/>
                      </a:cubicBezTo>
                      <a:cubicBezTo>
                        <a:pt x="8725" y="9798"/>
                        <a:pt x="8873" y="8689"/>
                        <a:pt x="10352" y="6988"/>
                      </a:cubicBezTo>
                      <a:cubicBezTo>
                        <a:pt x="11424" y="5805"/>
                        <a:pt x="14419" y="4659"/>
                        <a:pt x="14419" y="4659"/>
                      </a:cubicBezTo>
                      <a:cubicBezTo>
                        <a:pt x="14419" y="4659"/>
                        <a:pt x="11313" y="2625"/>
                        <a:pt x="10352" y="1960"/>
                      </a:cubicBezTo>
                      <a:cubicBezTo>
                        <a:pt x="9612" y="1442"/>
                        <a:pt x="7172" y="0"/>
                        <a:pt x="717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4" name="Google Shape;2084;p89"/>
                <p:cNvSpPr/>
                <p:nvPr/>
              </p:nvSpPr>
              <p:spPr>
                <a:xfrm>
                  <a:off x="4876725" y="1550725"/>
                  <a:ext cx="129300" cy="13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2" h="5282" extrusionOk="0">
                      <a:moveTo>
                        <a:pt x="1539" y="1"/>
                      </a:moveTo>
                      <a:cubicBezTo>
                        <a:pt x="765" y="1"/>
                        <a:pt x="1" y="956"/>
                        <a:pt x="32" y="956"/>
                      </a:cubicBezTo>
                      <a:lnTo>
                        <a:pt x="3138" y="5281"/>
                      </a:lnTo>
                      <a:cubicBezTo>
                        <a:pt x="3138" y="5281"/>
                        <a:pt x="4136" y="4468"/>
                        <a:pt x="4469" y="4061"/>
                      </a:cubicBezTo>
                      <a:cubicBezTo>
                        <a:pt x="4875" y="3544"/>
                        <a:pt x="5171" y="2730"/>
                        <a:pt x="5171" y="2730"/>
                      </a:cubicBezTo>
                      <a:cubicBezTo>
                        <a:pt x="5171" y="2730"/>
                        <a:pt x="2805" y="549"/>
                        <a:pt x="1955" y="105"/>
                      </a:cubicBezTo>
                      <a:cubicBezTo>
                        <a:pt x="1819" y="32"/>
                        <a:pt x="1679" y="1"/>
                        <a:pt x="153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5" name="Google Shape;2085;p89"/>
                <p:cNvSpPr/>
                <p:nvPr/>
              </p:nvSpPr>
              <p:spPr>
                <a:xfrm>
                  <a:off x="4749050" y="1554275"/>
                  <a:ext cx="233850" cy="33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4" h="13458" extrusionOk="0">
                      <a:moveTo>
                        <a:pt x="5657" y="0"/>
                      </a:moveTo>
                      <a:cubicBezTo>
                        <a:pt x="5398" y="37"/>
                        <a:pt x="5213" y="74"/>
                        <a:pt x="5213" y="74"/>
                      </a:cubicBezTo>
                      <a:cubicBezTo>
                        <a:pt x="5213" y="74"/>
                        <a:pt x="5102" y="1183"/>
                        <a:pt x="5213" y="1553"/>
                      </a:cubicBezTo>
                      <a:cubicBezTo>
                        <a:pt x="5731" y="2773"/>
                        <a:pt x="5879" y="3882"/>
                        <a:pt x="5879" y="4030"/>
                      </a:cubicBezTo>
                      <a:cubicBezTo>
                        <a:pt x="5842" y="3956"/>
                        <a:pt x="5102" y="3143"/>
                        <a:pt x="4622" y="2810"/>
                      </a:cubicBezTo>
                      <a:cubicBezTo>
                        <a:pt x="4178" y="2477"/>
                        <a:pt x="2884" y="1553"/>
                        <a:pt x="2884" y="1553"/>
                      </a:cubicBezTo>
                      <a:cubicBezTo>
                        <a:pt x="2884" y="1553"/>
                        <a:pt x="703" y="3180"/>
                        <a:pt x="518" y="3919"/>
                      </a:cubicBezTo>
                      <a:cubicBezTo>
                        <a:pt x="0" y="6433"/>
                        <a:pt x="2551" y="7653"/>
                        <a:pt x="2551" y="7653"/>
                      </a:cubicBezTo>
                      <a:cubicBezTo>
                        <a:pt x="2625" y="8910"/>
                        <a:pt x="2329" y="12053"/>
                        <a:pt x="2329" y="12053"/>
                      </a:cubicBezTo>
                      <a:cubicBezTo>
                        <a:pt x="2329" y="12053"/>
                        <a:pt x="3845" y="13458"/>
                        <a:pt x="5916" y="13458"/>
                      </a:cubicBezTo>
                      <a:cubicBezTo>
                        <a:pt x="7727" y="13458"/>
                        <a:pt x="9243" y="11461"/>
                        <a:pt x="9243" y="11461"/>
                      </a:cubicBezTo>
                      <a:cubicBezTo>
                        <a:pt x="9243" y="11461"/>
                        <a:pt x="8504" y="9613"/>
                        <a:pt x="8430" y="8910"/>
                      </a:cubicBezTo>
                      <a:cubicBezTo>
                        <a:pt x="8356" y="8319"/>
                        <a:pt x="8282" y="7173"/>
                        <a:pt x="8504" y="6544"/>
                      </a:cubicBezTo>
                      <a:cubicBezTo>
                        <a:pt x="8725" y="5990"/>
                        <a:pt x="8873" y="5583"/>
                        <a:pt x="8984" y="5176"/>
                      </a:cubicBezTo>
                      <a:cubicBezTo>
                        <a:pt x="9354" y="3697"/>
                        <a:pt x="7727" y="2366"/>
                        <a:pt x="7320" y="1923"/>
                      </a:cubicBezTo>
                      <a:cubicBezTo>
                        <a:pt x="6840" y="1479"/>
                        <a:pt x="6063" y="407"/>
                        <a:pt x="565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6" name="Google Shape;2086;p89"/>
                <p:cNvSpPr/>
                <p:nvPr/>
              </p:nvSpPr>
              <p:spPr>
                <a:xfrm>
                  <a:off x="4868275" y="1565350"/>
                  <a:ext cx="74900" cy="9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6" h="3772" extrusionOk="0">
                      <a:moveTo>
                        <a:pt x="888" y="1"/>
                      </a:moveTo>
                      <a:lnTo>
                        <a:pt x="0" y="260"/>
                      </a:lnTo>
                      <a:lnTo>
                        <a:pt x="1294" y="3772"/>
                      </a:lnTo>
                      <a:cubicBezTo>
                        <a:pt x="1294" y="3772"/>
                        <a:pt x="2588" y="3254"/>
                        <a:pt x="2921" y="2922"/>
                      </a:cubicBezTo>
                      <a:cubicBezTo>
                        <a:pt x="2995" y="2367"/>
                        <a:pt x="925" y="1"/>
                        <a:pt x="88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7" name="Google Shape;2087;p89"/>
                <p:cNvSpPr/>
                <p:nvPr/>
              </p:nvSpPr>
              <p:spPr>
                <a:xfrm>
                  <a:off x="4762900" y="1741900"/>
                  <a:ext cx="333700" cy="20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48" h="8246" extrusionOk="0">
                      <a:moveTo>
                        <a:pt x="2330" y="0"/>
                      </a:moveTo>
                      <a:lnTo>
                        <a:pt x="1" y="814"/>
                      </a:lnTo>
                      <a:cubicBezTo>
                        <a:pt x="1" y="814"/>
                        <a:pt x="925" y="2884"/>
                        <a:pt x="1332" y="3587"/>
                      </a:cubicBezTo>
                      <a:cubicBezTo>
                        <a:pt x="1738" y="4215"/>
                        <a:pt x="2367" y="5139"/>
                        <a:pt x="3661" y="6027"/>
                      </a:cubicBezTo>
                      <a:cubicBezTo>
                        <a:pt x="5399" y="7247"/>
                        <a:pt x="7876" y="8208"/>
                        <a:pt x="8800" y="8245"/>
                      </a:cubicBezTo>
                      <a:cubicBezTo>
                        <a:pt x="8816" y="8246"/>
                        <a:pt x="8832" y="8246"/>
                        <a:pt x="8848" y="8246"/>
                      </a:cubicBezTo>
                      <a:cubicBezTo>
                        <a:pt x="9676" y="8246"/>
                        <a:pt x="10344" y="7319"/>
                        <a:pt x="11831" y="7247"/>
                      </a:cubicBezTo>
                      <a:cubicBezTo>
                        <a:pt x="13347" y="7136"/>
                        <a:pt x="12867" y="6396"/>
                        <a:pt x="12238" y="6064"/>
                      </a:cubicBezTo>
                      <a:cubicBezTo>
                        <a:pt x="12074" y="5954"/>
                        <a:pt x="11836" y="5906"/>
                        <a:pt x="11542" y="5906"/>
                      </a:cubicBezTo>
                      <a:cubicBezTo>
                        <a:pt x="10838" y="5906"/>
                        <a:pt x="9809" y="6179"/>
                        <a:pt x="8689" y="6544"/>
                      </a:cubicBezTo>
                      <a:cubicBezTo>
                        <a:pt x="8648" y="6558"/>
                        <a:pt x="8602" y="6564"/>
                        <a:pt x="8552" y="6564"/>
                      </a:cubicBezTo>
                      <a:cubicBezTo>
                        <a:pt x="7639" y="6564"/>
                        <a:pt x="5235" y="4464"/>
                        <a:pt x="4955" y="4289"/>
                      </a:cubicBezTo>
                      <a:cubicBezTo>
                        <a:pt x="4548" y="4030"/>
                        <a:pt x="3365" y="2736"/>
                        <a:pt x="3106" y="1960"/>
                      </a:cubicBezTo>
                      <a:cubicBezTo>
                        <a:pt x="2811" y="1183"/>
                        <a:pt x="2367" y="0"/>
                        <a:pt x="2330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8" name="Google Shape;2088;p89"/>
                <p:cNvSpPr/>
                <p:nvPr/>
              </p:nvSpPr>
              <p:spPr>
                <a:xfrm>
                  <a:off x="4817450" y="1510825"/>
                  <a:ext cx="85050" cy="14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2" h="5953" extrusionOk="0">
                      <a:moveTo>
                        <a:pt x="444" y="1"/>
                      </a:moveTo>
                      <a:cubicBezTo>
                        <a:pt x="444" y="1"/>
                        <a:pt x="407" y="1775"/>
                        <a:pt x="0" y="3439"/>
                      </a:cubicBezTo>
                      <a:cubicBezTo>
                        <a:pt x="222" y="3920"/>
                        <a:pt x="1294" y="4289"/>
                        <a:pt x="1812" y="4696"/>
                      </a:cubicBezTo>
                      <a:cubicBezTo>
                        <a:pt x="2218" y="5029"/>
                        <a:pt x="2958" y="5694"/>
                        <a:pt x="3364" y="5953"/>
                      </a:cubicBezTo>
                      <a:cubicBezTo>
                        <a:pt x="3401" y="5140"/>
                        <a:pt x="3180" y="4215"/>
                        <a:pt x="2995" y="3957"/>
                      </a:cubicBezTo>
                      <a:cubicBezTo>
                        <a:pt x="2736" y="3254"/>
                        <a:pt x="2662" y="1997"/>
                        <a:pt x="2662" y="1997"/>
                      </a:cubicBezTo>
                      <a:lnTo>
                        <a:pt x="444" y="1"/>
                      </a:lnTo>
                      <a:close/>
                    </a:path>
                  </a:pathLst>
                </a:custGeom>
                <a:solidFill>
                  <a:srgbClr val="FFA08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9" name="Google Shape;2089;p89"/>
                <p:cNvSpPr/>
                <p:nvPr/>
              </p:nvSpPr>
              <p:spPr>
                <a:xfrm>
                  <a:off x="4807275" y="1429900"/>
                  <a:ext cx="134425" cy="15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7" h="6030" extrusionOk="0">
                      <a:moveTo>
                        <a:pt x="2566" y="0"/>
                      </a:moveTo>
                      <a:cubicBezTo>
                        <a:pt x="2030" y="0"/>
                        <a:pt x="1520" y="179"/>
                        <a:pt x="1183" y="428"/>
                      </a:cubicBezTo>
                      <a:cubicBezTo>
                        <a:pt x="555" y="909"/>
                        <a:pt x="0" y="2424"/>
                        <a:pt x="370" y="3718"/>
                      </a:cubicBezTo>
                      <a:cubicBezTo>
                        <a:pt x="666" y="4827"/>
                        <a:pt x="1923" y="5752"/>
                        <a:pt x="2477" y="5974"/>
                      </a:cubicBezTo>
                      <a:cubicBezTo>
                        <a:pt x="2562" y="6012"/>
                        <a:pt x="2653" y="6030"/>
                        <a:pt x="2746" y="6030"/>
                      </a:cubicBezTo>
                      <a:cubicBezTo>
                        <a:pt x="3832" y="6030"/>
                        <a:pt x="5376" y="3588"/>
                        <a:pt x="4696" y="1648"/>
                      </a:cubicBezTo>
                      <a:cubicBezTo>
                        <a:pt x="4271" y="419"/>
                        <a:pt x="3387" y="0"/>
                        <a:pt x="2566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0" name="Google Shape;2090;p89"/>
                <p:cNvSpPr/>
                <p:nvPr/>
              </p:nvSpPr>
              <p:spPr>
                <a:xfrm>
                  <a:off x="4799875" y="1577375"/>
                  <a:ext cx="100775" cy="9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1" h="3957" extrusionOk="0">
                      <a:moveTo>
                        <a:pt x="703" y="1"/>
                      </a:moveTo>
                      <a:cubicBezTo>
                        <a:pt x="703" y="1"/>
                        <a:pt x="1" y="962"/>
                        <a:pt x="1" y="1295"/>
                      </a:cubicBezTo>
                      <a:cubicBezTo>
                        <a:pt x="370" y="1997"/>
                        <a:pt x="1516" y="2958"/>
                        <a:pt x="2589" y="3956"/>
                      </a:cubicBezTo>
                      <a:cubicBezTo>
                        <a:pt x="3883" y="3882"/>
                        <a:pt x="4030" y="3291"/>
                        <a:pt x="4030" y="3291"/>
                      </a:cubicBezTo>
                      <a:cubicBezTo>
                        <a:pt x="4030" y="3291"/>
                        <a:pt x="3328" y="2367"/>
                        <a:pt x="2219" y="1184"/>
                      </a:cubicBezTo>
                      <a:cubicBezTo>
                        <a:pt x="1516" y="444"/>
                        <a:pt x="703" y="1"/>
                        <a:pt x="703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1" name="Google Shape;2091;p89"/>
                <p:cNvSpPr/>
                <p:nvPr/>
              </p:nvSpPr>
              <p:spPr>
                <a:xfrm>
                  <a:off x="4791550" y="1408950"/>
                  <a:ext cx="149775" cy="11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91" h="4798" extrusionOk="0">
                      <a:moveTo>
                        <a:pt x="3084" y="1"/>
                      </a:moveTo>
                      <a:cubicBezTo>
                        <a:pt x="2761" y="1"/>
                        <a:pt x="2414" y="91"/>
                        <a:pt x="1997" y="268"/>
                      </a:cubicBezTo>
                      <a:cubicBezTo>
                        <a:pt x="1480" y="490"/>
                        <a:pt x="629" y="1081"/>
                        <a:pt x="371" y="1783"/>
                      </a:cubicBezTo>
                      <a:cubicBezTo>
                        <a:pt x="1" y="2893"/>
                        <a:pt x="334" y="4150"/>
                        <a:pt x="925" y="4741"/>
                      </a:cubicBezTo>
                      <a:cubicBezTo>
                        <a:pt x="1221" y="4741"/>
                        <a:pt x="1489" y="4797"/>
                        <a:pt x="1815" y="4797"/>
                      </a:cubicBezTo>
                      <a:cubicBezTo>
                        <a:pt x="2018" y="4797"/>
                        <a:pt x="2245" y="4775"/>
                        <a:pt x="2515" y="4704"/>
                      </a:cubicBezTo>
                      <a:cubicBezTo>
                        <a:pt x="3587" y="4408"/>
                        <a:pt x="5990" y="3558"/>
                        <a:pt x="5990" y="3558"/>
                      </a:cubicBezTo>
                      <a:cubicBezTo>
                        <a:pt x="5990" y="2375"/>
                        <a:pt x="5694" y="1636"/>
                        <a:pt x="4992" y="1044"/>
                      </a:cubicBezTo>
                      <a:cubicBezTo>
                        <a:pt x="4237" y="338"/>
                        <a:pt x="3707" y="1"/>
                        <a:pt x="30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2" name="Google Shape;2092;p89"/>
                <p:cNvSpPr/>
                <p:nvPr/>
              </p:nvSpPr>
              <p:spPr>
                <a:xfrm>
                  <a:off x="4728700" y="1637450"/>
                  <a:ext cx="122050" cy="15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2" h="6229" extrusionOk="0">
                      <a:moveTo>
                        <a:pt x="2110" y="1"/>
                      </a:moveTo>
                      <a:cubicBezTo>
                        <a:pt x="1926" y="1"/>
                        <a:pt x="1739" y="68"/>
                        <a:pt x="1554" y="222"/>
                      </a:cubicBezTo>
                      <a:cubicBezTo>
                        <a:pt x="1" y="1553"/>
                        <a:pt x="518" y="3254"/>
                        <a:pt x="814" y="4178"/>
                      </a:cubicBezTo>
                      <a:cubicBezTo>
                        <a:pt x="962" y="4548"/>
                        <a:pt x="1110" y="5435"/>
                        <a:pt x="1406" y="6101"/>
                      </a:cubicBezTo>
                      <a:cubicBezTo>
                        <a:pt x="1627" y="6181"/>
                        <a:pt x="1979" y="6229"/>
                        <a:pt x="2376" y="6229"/>
                      </a:cubicBezTo>
                      <a:cubicBezTo>
                        <a:pt x="3440" y="6229"/>
                        <a:pt x="4827" y="5887"/>
                        <a:pt x="4881" y="4918"/>
                      </a:cubicBezTo>
                      <a:cubicBezTo>
                        <a:pt x="4696" y="4437"/>
                        <a:pt x="4289" y="3180"/>
                        <a:pt x="4068" y="2293"/>
                      </a:cubicBezTo>
                      <a:cubicBezTo>
                        <a:pt x="3852" y="1647"/>
                        <a:pt x="3022" y="1"/>
                        <a:pt x="211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3" name="Google Shape;2093;p89"/>
                <p:cNvSpPr/>
                <p:nvPr/>
              </p:nvSpPr>
              <p:spPr>
                <a:xfrm>
                  <a:off x="5047575" y="1676275"/>
                  <a:ext cx="41625" cy="2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1036" extrusionOk="0">
                      <a:moveTo>
                        <a:pt x="186" y="0"/>
                      </a:moveTo>
                      <a:lnTo>
                        <a:pt x="1" y="925"/>
                      </a:lnTo>
                      <a:lnTo>
                        <a:pt x="1406" y="1036"/>
                      </a:lnTo>
                      <a:lnTo>
                        <a:pt x="1664" y="185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4" name="Google Shape;2094;p89"/>
                <p:cNvSpPr/>
                <p:nvPr/>
              </p:nvSpPr>
              <p:spPr>
                <a:xfrm>
                  <a:off x="5653900" y="1867600"/>
                  <a:ext cx="20350" cy="5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2108" extrusionOk="0">
                      <a:moveTo>
                        <a:pt x="1" y="0"/>
                      </a:moveTo>
                      <a:lnTo>
                        <a:pt x="1" y="1701"/>
                      </a:lnTo>
                      <a:cubicBezTo>
                        <a:pt x="1" y="1923"/>
                        <a:pt x="185" y="2108"/>
                        <a:pt x="407" y="2108"/>
                      </a:cubicBezTo>
                      <a:cubicBezTo>
                        <a:pt x="629" y="2108"/>
                        <a:pt x="814" y="1923"/>
                        <a:pt x="814" y="1701"/>
                      </a:cubicBezTo>
                      <a:lnTo>
                        <a:pt x="814" y="0"/>
                      </a:lnTo>
                      <a:cubicBezTo>
                        <a:pt x="814" y="111"/>
                        <a:pt x="629" y="222"/>
                        <a:pt x="407" y="222"/>
                      </a:cubicBezTo>
                      <a:cubicBezTo>
                        <a:pt x="185" y="222"/>
                        <a:pt x="1" y="111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5" name="Google Shape;2095;p89"/>
                <p:cNvSpPr/>
                <p:nvPr/>
              </p:nvSpPr>
              <p:spPr>
                <a:xfrm>
                  <a:off x="5622475" y="1849100"/>
                  <a:ext cx="21275" cy="5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2109" extrusionOk="0">
                      <a:moveTo>
                        <a:pt x="1" y="1"/>
                      </a:moveTo>
                      <a:lnTo>
                        <a:pt x="1" y="1702"/>
                      </a:lnTo>
                      <a:cubicBezTo>
                        <a:pt x="1" y="1923"/>
                        <a:pt x="185" y="2108"/>
                        <a:pt x="407" y="2108"/>
                      </a:cubicBezTo>
                      <a:cubicBezTo>
                        <a:pt x="666" y="2108"/>
                        <a:pt x="851" y="1923"/>
                        <a:pt x="851" y="1702"/>
                      </a:cubicBezTo>
                      <a:lnTo>
                        <a:pt x="851" y="1"/>
                      </a:lnTo>
                      <a:cubicBezTo>
                        <a:pt x="851" y="112"/>
                        <a:pt x="666" y="223"/>
                        <a:pt x="407" y="223"/>
                      </a:cubicBezTo>
                      <a:cubicBezTo>
                        <a:pt x="148" y="223"/>
                        <a:pt x="1" y="112"/>
                        <a:pt x="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6" name="Google Shape;2096;p89"/>
                <p:cNvSpPr/>
                <p:nvPr/>
              </p:nvSpPr>
              <p:spPr>
                <a:xfrm>
                  <a:off x="5540225" y="1800125"/>
                  <a:ext cx="186725" cy="14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9" h="5879" extrusionOk="0">
                      <a:moveTo>
                        <a:pt x="1627" y="1"/>
                      </a:moveTo>
                      <a:lnTo>
                        <a:pt x="0" y="925"/>
                      </a:lnTo>
                      <a:cubicBezTo>
                        <a:pt x="0" y="925"/>
                        <a:pt x="4363" y="3328"/>
                        <a:pt x="4991" y="3698"/>
                      </a:cubicBezTo>
                      <a:cubicBezTo>
                        <a:pt x="5657" y="4067"/>
                        <a:pt x="5657" y="4289"/>
                        <a:pt x="5731" y="4474"/>
                      </a:cubicBezTo>
                      <a:cubicBezTo>
                        <a:pt x="5842" y="4659"/>
                        <a:pt x="5842" y="5879"/>
                        <a:pt x="5842" y="5879"/>
                      </a:cubicBezTo>
                      <a:lnTo>
                        <a:pt x="7468" y="4955"/>
                      </a:lnTo>
                      <a:cubicBezTo>
                        <a:pt x="7468" y="4955"/>
                        <a:pt x="7394" y="3808"/>
                        <a:pt x="7357" y="3550"/>
                      </a:cubicBezTo>
                      <a:cubicBezTo>
                        <a:pt x="7320" y="3291"/>
                        <a:pt x="6951" y="2921"/>
                        <a:pt x="6655" y="2773"/>
                      </a:cubicBezTo>
                      <a:cubicBezTo>
                        <a:pt x="6359" y="2625"/>
                        <a:pt x="3069" y="851"/>
                        <a:pt x="2551" y="481"/>
                      </a:cubicBezTo>
                      <a:cubicBezTo>
                        <a:pt x="2108" y="111"/>
                        <a:pt x="1627" y="1"/>
                        <a:pt x="16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7" name="Google Shape;2097;p89"/>
                <p:cNvSpPr/>
                <p:nvPr/>
              </p:nvSpPr>
              <p:spPr>
                <a:xfrm>
                  <a:off x="5533750" y="1822550"/>
                  <a:ext cx="151600" cy="12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4" h="4908" extrusionOk="0">
                      <a:moveTo>
                        <a:pt x="338" y="0"/>
                      </a:moveTo>
                      <a:cubicBezTo>
                        <a:pt x="278" y="0"/>
                        <a:pt x="222" y="9"/>
                        <a:pt x="185" y="28"/>
                      </a:cubicBezTo>
                      <a:cubicBezTo>
                        <a:pt x="37" y="139"/>
                        <a:pt x="0" y="250"/>
                        <a:pt x="0" y="434"/>
                      </a:cubicBezTo>
                      <a:lnTo>
                        <a:pt x="0" y="1544"/>
                      </a:lnTo>
                      <a:lnTo>
                        <a:pt x="74" y="1618"/>
                      </a:lnTo>
                      <a:lnTo>
                        <a:pt x="74" y="434"/>
                      </a:lnTo>
                      <a:cubicBezTo>
                        <a:pt x="74" y="250"/>
                        <a:pt x="148" y="176"/>
                        <a:pt x="222" y="139"/>
                      </a:cubicBezTo>
                      <a:lnTo>
                        <a:pt x="444" y="139"/>
                      </a:lnTo>
                      <a:lnTo>
                        <a:pt x="5546" y="2985"/>
                      </a:lnTo>
                      <a:cubicBezTo>
                        <a:pt x="5768" y="3133"/>
                        <a:pt x="5953" y="3503"/>
                        <a:pt x="5953" y="3762"/>
                      </a:cubicBezTo>
                      <a:lnTo>
                        <a:pt x="5953" y="4871"/>
                      </a:lnTo>
                      <a:lnTo>
                        <a:pt x="6064" y="4908"/>
                      </a:lnTo>
                      <a:lnTo>
                        <a:pt x="6064" y="3762"/>
                      </a:lnTo>
                      <a:cubicBezTo>
                        <a:pt x="6064" y="3429"/>
                        <a:pt x="5879" y="3022"/>
                        <a:pt x="5583" y="2875"/>
                      </a:cubicBezTo>
                      <a:lnTo>
                        <a:pt x="518" y="28"/>
                      </a:lnTo>
                      <a:cubicBezTo>
                        <a:pt x="463" y="9"/>
                        <a:pt x="398" y="0"/>
                        <a:pt x="338" y="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8" name="Google Shape;2098;p89"/>
                <p:cNvSpPr/>
                <p:nvPr/>
              </p:nvSpPr>
              <p:spPr>
                <a:xfrm>
                  <a:off x="5653900" y="1800125"/>
                  <a:ext cx="20350" cy="4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1813" extrusionOk="0">
                      <a:moveTo>
                        <a:pt x="407" y="1"/>
                      </a:moveTo>
                      <a:cubicBezTo>
                        <a:pt x="185" y="1"/>
                        <a:pt x="1" y="185"/>
                        <a:pt x="1" y="407"/>
                      </a:cubicBezTo>
                      <a:lnTo>
                        <a:pt x="1" y="1812"/>
                      </a:lnTo>
                      <a:cubicBezTo>
                        <a:pt x="1" y="1664"/>
                        <a:pt x="185" y="1590"/>
                        <a:pt x="407" y="1590"/>
                      </a:cubicBezTo>
                      <a:cubicBezTo>
                        <a:pt x="629" y="1590"/>
                        <a:pt x="814" y="1664"/>
                        <a:pt x="814" y="1812"/>
                      </a:cubicBezTo>
                      <a:lnTo>
                        <a:pt x="814" y="407"/>
                      </a:lnTo>
                      <a:cubicBezTo>
                        <a:pt x="814" y="185"/>
                        <a:pt x="629" y="1"/>
                        <a:pt x="407" y="1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9" name="Google Shape;2099;p89"/>
                <p:cNvSpPr/>
                <p:nvPr/>
              </p:nvSpPr>
              <p:spPr>
                <a:xfrm>
                  <a:off x="5653900" y="1838025"/>
                  <a:ext cx="20350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518" extrusionOk="0">
                      <a:moveTo>
                        <a:pt x="407" y="0"/>
                      </a:moveTo>
                      <a:cubicBezTo>
                        <a:pt x="185" y="0"/>
                        <a:pt x="1" y="111"/>
                        <a:pt x="1" y="259"/>
                      </a:cubicBezTo>
                      <a:lnTo>
                        <a:pt x="1" y="296"/>
                      </a:lnTo>
                      <a:cubicBezTo>
                        <a:pt x="1" y="444"/>
                        <a:pt x="185" y="518"/>
                        <a:pt x="407" y="518"/>
                      </a:cubicBezTo>
                      <a:cubicBezTo>
                        <a:pt x="629" y="518"/>
                        <a:pt x="814" y="444"/>
                        <a:pt x="814" y="296"/>
                      </a:cubicBezTo>
                      <a:lnTo>
                        <a:pt x="814" y="259"/>
                      </a:lnTo>
                      <a:cubicBezTo>
                        <a:pt x="814" y="111"/>
                        <a:pt x="629" y="0"/>
                        <a:pt x="40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0" name="Google Shape;2100;p89"/>
                <p:cNvSpPr/>
                <p:nvPr/>
              </p:nvSpPr>
              <p:spPr>
                <a:xfrm>
                  <a:off x="5653900" y="1845425"/>
                  <a:ext cx="203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1110" extrusionOk="0">
                      <a:moveTo>
                        <a:pt x="1" y="0"/>
                      </a:moveTo>
                      <a:lnTo>
                        <a:pt x="1" y="813"/>
                      </a:lnTo>
                      <a:lnTo>
                        <a:pt x="1" y="887"/>
                      </a:lnTo>
                      <a:cubicBezTo>
                        <a:pt x="1" y="998"/>
                        <a:pt x="185" y="1109"/>
                        <a:pt x="407" y="1109"/>
                      </a:cubicBezTo>
                      <a:cubicBezTo>
                        <a:pt x="629" y="1109"/>
                        <a:pt x="814" y="998"/>
                        <a:pt x="814" y="887"/>
                      </a:cubicBezTo>
                      <a:lnTo>
                        <a:pt x="814" y="37"/>
                      </a:lnTo>
                      <a:cubicBezTo>
                        <a:pt x="814" y="148"/>
                        <a:pt x="629" y="222"/>
                        <a:pt x="407" y="222"/>
                      </a:cubicBezTo>
                      <a:cubicBezTo>
                        <a:pt x="185" y="222"/>
                        <a:pt x="1" y="148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1" name="Google Shape;2101;p89"/>
                <p:cNvSpPr/>
                <p:nvPr/>
              </p:nvSpPr>
              <p:spPr>
                <a:xfrm>
                  <a:off x="5648350" y="1798275"/>
                  <a:ext cx="323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0" extrusionOk="0">
                      <a:moveTo>
                        <a:pt x="629" y="1"/>
                      </a:moveTo>
                      <a:cubicBezTo>
                        <a:pt x="260" y="1"/>
                        <a:pt x="1" y="185"/>
                        <a:pt x="1" y="370"/>
                      </a:cubicBezTo>
                      <a:cubicBezTo>
                        <a:pt x="1" y="555"/>
                        <a:pt x="260" y="740"/>
                        <a:pt x="629" y="740"/>
                      </a:cubicBezTo>
                      <a:cubicBezTo>
                        <a:pt x="999" y="740"/>
                        <a:pt x="1295" y="555"/>
                        <a:pt x="1295" y="370"/>
                      </a:cubicBezTo>
                      <a:cubicBezTo>
                        <a:pt x="1295" y="185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2" name="Google Shape;2102;p89"/>
                <p:cNvSpPr/>
                <p:nvPr/>
              </p:nvSpPr>
              <p:spPr>
                <a:xfrm>
                  <a:off x="5648350" y="1793650"/>
                  <a:ext cx="32375" cy="1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1" extrusionOk="0">
                      <a:moveTo>
                        <a:pt x="629" y="1"/>
                      </a:moveTo>
                      <a:cubicBezTo>
                        <a:pt x="260" y="1"/>
                        <a:pt x="1" y="112"/>
                        <a:pt x="1" y="370"/>
                      </a:cubicBezTo>
                      <a:cubicBezTo>
                        <a:pt x="1" y="555"/>
                        <a:pt x="260" y="740"/>
                        <a:pt x="629" y="740"/>
                      </a:cubicBezTo>
                      <a:cubicBezTo>
                        <a:pt x="999" y="740"/>
                        <a:pt x="1295" y="555"/>
                        <a:pt x="1295" y="370"/>
                      </a:cubicBezTo>
                      <a:cubicBezTo>
                        <a:pt x="1295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3" name="Google Shape;2103;p89"/>
                <p:cNvSpPr/>
                <p:nvPr/>
              </p:nvSpPr>
              <p:spPr>
                <a:xfrm>
                  <a:off x="5653900" y="1795500"/>
                  <a:ext cx="23125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482" extrusionOk="0">
                      <a:moveTo>
                        <a:pt x="444" y="1"/>
                      </a:moveTo>
                      <a:cubicBezTo>
                        <a:pt x="185" y="1"/>
                        <a:pt x="1" y="112"/>
                        <a:pt x="1" y="222"/>
                      </a:cubicBezTo>
                      <a:cubicBezTo>
                        <a:pt x="1" y="370"/>
                        <a:pt x="185" y="481"/>
                        <a:pt x="444" y="481"/>
                      </a:cubicBezTo>
                      <a:cubicBezTo>
                        <a:pt x="703" y="481"/>
                        <a:pt x="925" y="370"/>
                        <a:pt x="925" y="222"/>
                      </a:cubicBezTo>
                      <a:cubicBezTo>
                        <a:pt x="925" y="112"/>
                        <a:pt x="740" y="1"/>
                        <a:pt x="444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4" name="Google Shape;2104;p89"/>
                <p:cNvSpPr/>
                <p:nvPr/>
              </p:nvSpPr>
              <p:spPr>
                <a:xfrm>
                  <a:off x="5622475" y="1781650"/>
                  <a:ext cx="21275" cy="4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1812" extrusionOk="0">
                      <a:moveTo>
                        <a:pt x="407" y="0"/>
                      </a:moveTo>
                      <a:cubicBezTo>
                        <a:pt x="185" y="0"/>
                        <a:pt x="1" y="185"/>
                        <a:pt x="1" y="407"/>
                      </a:cubicBezTo>
                      <a:lnTo>
                        <a:pt x="1" y="1812"/>
                      </a:lnTo>
                      <a:cubicBezTo>
                        <a:pt x="1" y="1664"/>
                        <a:pt x="185" y="1590"/>
                        <a:pt x="407" y="1590"/>
                      </a:cubicBezTo>
                      <a:cubicBezTo>
                        <a:pt x="666" y="1590"/>
                        <a:pt x="851" y="1664"/>
                        <a:pt x="851" y="1812"/>
                      </a:cubicBezTo>
                      <a:lnTo>
                        <a:pt x="851" y="407"/>
                      </a:lnTo>
                      <a:cubicBezTo>
                        <a:pt x="851" y="185"/>
                        <a:pt x="666" y="0"/>
                        <a:pt x="407" y="0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5" name="Google Shape;2105;p89"/>
                <p:cNvSpPr/>
                <p:nvPr/>
              </p:nvSpPr>
              <p:spPr>
                <a:xfrm>
                  <a:off x="5622475" y="1819525"/>
                  <a:ext cx="21275" cy="1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519" extrusionOk="0">
                      <a:moveTo>
                        <a:pt x="407" y="1"/>
                      </a:moveTo>
                      <a:cubicBezTo>
                        <a:pt x="185" y="1"/>
                        <a:pt x="1" y="112"/>
                        <a:pt x="1" y="260"/>
                      </a:cubicBezTo>
                      <a:lnTo>
                        <a:pt x="1" y="297"/>
                      </a:lnTo>
                      <a:cubicBezTo>
                        <a:pt x="1" y="445"/>
                        <a:pt x="185" y="518"/>
                        <a:pt x="407" y="518"/>
                      </a:cubicBezTo>
                      <a:cubicBezTo>
                        <a:pt x="666" y="518"/>
                        <a:pt x="851" y="445"/>
                        <a:pt x="851" y="297"/>
                      </a:cubicBezTo>
                      <a:lnTo>
                        <a:pt x="851" y="260"/>
                      </a:lnTo>
                      <a:cubicBezTo>
                        <a:pt x="851" y="112"/>
                        <a:pt x="666" y="1"/>
                        <a:pt x="40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6" name="Google Shape;2106;p89"/>
                <p:cNvSpPr/>
                <p:nvPr/>
              </p:nvSpPr>
              <p:spPr>
                <a:xfrm>
                  <a:off x="5622475" y="1826925"/>
                  <a:ext cx="21275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1110" extrusionOk="0">
                      <a:moveTo>
                        <a:pt x="1" y="1"/>
                      </a:moveTo>
                      <a:lnTo>
                        <a:pt x="1" y="814"/>
                      </a:lnTo>
                      <a:lnTo>
                        <a:pt x="1" y="888"/>
                      </a:lnTo>
                      <a:cubicBezTo>
                        <a:pt x="1" y="999"/>
                        <a:pt x="185" y="1110"/>
                        <a:pt x="407" y="1110"/>
                      </a:cubicBezTo>
                      <a:cubicBezTo>
                        <a:pt x="666" y="1110"/>
                        <a:pt x="851" y="999"/>
                        <a:pt x="851" y="888"/>
                      </a:cubicBezTo>
                      <a:lnTo>
                        <a:pt x="851" y="814"/>
                      </a:lnTo>
                      <a:lnTo>
                        <a:pt x="851" y="1"/>
                      </a:lnTo>
                      <a:cubicBezTo>
                        <a:pt x="851" y="149"/>
                        <a:pt x="666" y="222"/>
                        <a:pt x="407" y="222"/>
                      </a:cubicBezTo>
                      <a:cubicBezTo>
                        <a:pt x="185" y="222"/>
                        <a:pt x="1" y="149"/>
                        <a:pt x="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7" name="Google Shape;2107;p89"/>
                <p:cNvSpPr/>
                <p:nvPr/>
              </p:nvSpPr>
              <p:spPr>
                <a:xfrm>
                  <a:off x="5616000" y="1778875"/>
                  <a:ext cx="31450" cy="1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8" h="777" extrusionOk="0">
                      <a:moveTo>
                        <a:pt x="629" y="0"/>
                      </a:moveTo>
                      <a:cubicBezTo>
                        <a:pt x="297" y="37"/>
                        <a:pt x="1" y="222"/>
                        <a:pt x="1" y="370"/>
                      </a:cubicBezTo>
                      <a:cubicBezTo>
                        <a:pt x="1" y="592"/>
                        <a:pt x="260" y="777"/>
                        <a:pt x="629" y="777"/>
                      </a:cubicBezTo>
                      <a:cubicBezTo>
                        <a:pt x="999" y="777"/>
                        <a:pt x="1258" y="592"/>
                        <a:pt x="1258" y="370"/>
                      </a:cubicBezTo>
                      <a:cubicBezTo>
                        <a:pt x="1258" y="185"/>
                        <a:pt x="999" y="0"/>
                        <a:pt x="629" y="0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8" name="Google Shape;2108;p89"/>
                <p:cNvSpPr/>
                <p:nvPr/>
              </p:nvSpPr>
              <p:spPr>
                <a:xfrm>
                  <a:off x="5616000" y="1775175"/>
                  <a:ext cx="31450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8" h="740" extrusionOk="0">
                      <a:moveTo>
                        <a:pt x="629" y="0"/>
                      </a:moveTo>
                      <a:cubicBezTo>
                        <a:pt x="297" y="0"/>
                        <a:pt x="1" y="111"/>
                        <a:pt x="1" y="370"/>
                      </a:cubicBezTo>
                      <a:cubicBezTo>
                        <a:pt x="1" y="555"/>
                        <a:pt x="260" y="740"/>
                        <a:pt x="629" y="740"/>
                      </a:cubicBezTo>
                      <a:cubicBezTo>
                        <a:pt x="999" y="740"/>
                        <a:pt x="1258" y="555"/>
                        <a:pt x="1258" y="370"/>
                      </a:cubicBezTo>
                      <a:cubicBezTo>
                        <a:pt x="1258" y="185"/>
                        <a:pt x="999" y="0"/>
                        <a:pt x="629" y="0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9" name="Google Shape;2109;p89"/>
                <p:cNvSpPr/>
                <p:nvPr/>
              </p:nvSpPr>
              <p:spPr>
                <a:xfrm>
                  <a:off x="5621550" y="1777025"/>
                  <a:ext cx="23125" cy="1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444" extrusionOk="0">
                      <a:moveTo>
                        <a:pt x="444" y="0"/>
                      </a:moveTo>
                      <a:cubicBezTo>
                        <a:pt x="185" y="0"/>
                        <a:pt x="1" y="148"/>
                        <a:pt x="1" y="222"/>
                      </a:cubicBezTo>
                      <a:cubicBezTo>
                        <a:pt x="1" y="370"/>
                        <a:pt x="185" y="444"/>
                        <a:pt x="444" y="444"/>
                      </a:cubicBezTo>
                      <a:cubicBezTo>
                        <a:pt x="703" y="444"/>
                        <a:pt x="925" y="370"/>
                        <a:pt x="925" y="222"/>
                      </a:cubicBezTo>
                      <a:cubicBezTo>
                        <a:pt x="925" y="74"/>
                        <a:pt x="740" y="0"/>
                        <a:pt x="444" y="0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0" name="Google Shape;2110;p89"/>
                <p:cNvSpPr/>
                <p:nvPr/>
              </p:nvSpPr>
              <p:spPr>
                <a:xfrm>
                  <a:off x="5591050" y="1764075"/>
                  <a:ext cx="21275" cy="4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1813" extrusionOk="0">
                      <a:moveTo>
                        <a:pt x="444" y="1"/>
                      </a:moveTo>
                      <a:cubicBezTo>
                        <a:pt x="185" y="1"/>
                        <a:pt x="1" y="186"/>
                        <a:pt x="1" y="444"/>
                      </a:cubicBezTo>
                      <a:lnTo>
                        <a:pt x="1" y="1812"/>
                      </a:lnTo>
                      <a:cubicBezTo>
                        <a:pt x="1" y="1664"/>
                        <a:pt x="185" y="1590"/>
                        <a:pt x="444" y="1590"/>
                      </a:cubicBezTo>
                      <a:cubicBezTo>
                        <a:pt x="666" y="1590"/>
                        <a:pt x="851" y="1664"/>
                        <a:pt x="851" y="1812"/>
                      </a:cubicBezTo>
                      <a:lnTo>
                        <a:pt x="851" y="444"/>
                      </a:lnTo>
                      <a:cubicBezTo>
                        <a:pt x="851" y="186"/>
                        <a:pt x="666" y="1"/>
                        <a:pt x="444" y="1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1" name="Google Shape;2111;p89"/>
                <p:cNvSpPr/>
                <p:nvPr/>
              </p:nvSpPr>
              <p:spPr>
                <a:xfrm>
                  <a:off x="5591050" y="1803825"/>
                  <a:ext cx="21275" cy="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445" extrusionOk="0">
                      <a:moveTo>
                        <a:pt x="444" y="0"/>
                      </a:moveTo>
                      <a:cubicBezTo>
                        <a:pt x="185" y="0"/>
                        <a:pt x="1" y="74"/>
                        <a:pt x="1" y="222"/>
                      </a:cubicBezTo>
                      <a:cubicBezTo>
                        <a:pt x="1" y="370"/>
                        <a:pt x="185" y="444"/>
                        <a:pt x="444" y="444"/>
                      </a:cubicBezTo>
                      <a:cubicBezTo>
                        <a:pt x="666" y="444"/>
                        <a:pt x="851" y="370"/>
                        <a:pt x="851" y="259"/>
                      </a:cubicBezTo>
                      <a:lnTo>
                        <a:pt x="851" y="222"/>
                      </a:lnTo>
                      <a:cubicBezTo>
                        <a:pt x="851" y="74"/>
                        <a:pt x="666" y="0"/>
                        <a:pt x="44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2112;p89"/>
                <p:cNvSpPr/>
                <p:nvPr/>
              </p:nvSpPr>
              <p:spPr>
                <a:xfrm>
                  <a:off x="5591050" y="1809375"/>
                  <a:ext cx="21275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1110" extrusionOk="0">
                      <a:moveTo>
                        <a:pt x="1" y="0"/>
                      </a:moveTo>
                      <a:lnTo>
                        <a:pt x="1" y="851"/>
                      </a:lnTo>
                      <a:lnTo>
                        <a:pt x="1" y="888"/>
                      </a:lnTo>
                      <a:cubicBezTo>
                        <a:pt x="1" y="1035"/>
                        <a:pt x="185" y="1109"/>
                        <a:pt x="444" y="1109"/>
                      </a:cubicBezTo>
                      <a:cubicBezTo>
                        <a:pt x="666" y="1109"/>
                        <a:pt x="851" y="1035"/>
                        <a:pt x="851" y="888"/>
                      </a:cubicBezTo>
                      <a:lnTo>
                        <a:pt x="851" y="851"/>
                      </a:lnTo>
                      <a:lnTo>
                        <a:pt x="851" y="0"/>
                      </a:lnTo>
                      <a:cubicBezTo>
                        <a:pt x="851" y="148"/>
                        <a:pt x="666" y="222"/>
                        <a:pt x="444" y="222"/>
                      </a:cubicBezTo>
                      <a:cubicBezTo>
                        <a:pt x="185" y="222"/>
                        <a:pt x="1" y="148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3" name="Google Shape;2113;p89"/>
                <p:cNvSpPr/>
                <p:nvPr/>
              </p:nvSpPr>
              <p:spPr>
                <a:xfrm>
                  <a:off x="5585500" y="1762225"/>
                  <a:ext cx="32375" cy="1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1" extrusionOk="0">
                      <a:moveTo>
                        <a:pt x="629" y="1"/>
                      </a:moveTo>
                      <a:cubicBezTo>
                        <a:pt x="297" y="1"/>
                        <a:pt x="1" y="186"/>
                        <a:pt x="1" y="370"/>
                      </a:cubicBezTo>
                      <a:cubicBezTo>
                        <a:pt x="1" y="555"/>
                        <a:pt x="297" y="740"/>
                        <a:pt x="629" y="740"/>
                      </a:cubicBezTo>
                      <a:cubicBezTo>
                        <a:pt x="999" y="740"/>
                        <a:pt x="1295" y="555"/>
                        <a:pt x="1295" y="370"/>
                      </a:cubicBezTo>
                      <a:cubicBezTo>
                        <a:pt x="1295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4" name="Google Shape;2114;p89"/>
                <p:cNvSpPr/>
                <p:nvPr/>
              </p:nvSpPr>
              <p:spPr>
                <a:xfrm>
                  <a:off x="5585500" y="1757600"/>
                  <a:ext cx="32375" cy="1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1" extrusionOk="0">
                      <a:moveTo>
                        <a:pt x="629" y="1"/>
                      </a:moveTo>
                      <a:cubicBezTo>
                        <a:pt x="297" y="1"/>
                        <a:pt x="1" y="149"/>
                        <a:pt x="1" y="371"/>
                      </a:cubicBezTo>
                      <a:cubicBezTo>
                        <a:pt x="1" y="555"/>
                        <a:pt x="297" y="740"/>
                        <a:pt x="629" y="740"/>
                      </a:cubicBezTo>
                      <a:cubicBezTo>
                        <a:pt x="999" y="740"/>
                        <a:pt x="1295" y="555"/>
                        <a:pt x="1295" y="371"/>
                      </a:cubicBezTo>
                      <a:cubicBezTo>
                        <a:pt x="1295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5" name="Google Shape;2115;p89"/>
                <p:cNvSpPr/>
                <p:nvPr/>
              </p:nvSpPr>
              <p:spPr>
                <a:xfrm>
                  <a:off x="5591050" y="1759450"/>
                  <a:ext cx="23125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482" extrusionOk="0">
                      <a:moveTo>
                        <a:pt x="481" y="1"/>
                      </a:moveTo>
                      <a:cubicBezTo>
                        <a:pt x="185" y="1"/>
                        <a:pt x="1" y="112"/>
                        <a:pt x="1" y="223"/>
                      </a:cubicBezTo>
                      <a:cubicBezTo>
                        <a:pt x="1" y="371"/>
                        <a:pt x="185" y="481"/>
                        <a:pt x="481" y="481"/>
                      </a:cubicBezTo>
                      <a:cubicBezTo>
                        <a:pt x="703" y="481"/>
                        <a:pt x="925" y="371"/>
                        <a:pt x="925" y="223"/>
                      </a:cubicBezTo>
                      <a:cubicBezTo>
                        <a:pt x="925" y="112"/>
                        <a:pt x="740" y="1"/>
                        <a:pt x="481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6" name="Google Shape;2116;p89"/>
                <p:cNvSpPr/>
                <p:nvPr/>
              </p:nvSpPr>
              <p:spPr>
                <a:xfrm>
                  <a:off x="5594750" y="1900875"/>
                  <a:ext cx="21275" cy="5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2108" extrusionOk="0">
                      <a:moveTo>
                        <a:pt x="0" y="0"/>
                      </a:moveTo>
                      <a:lnTo>
                        <a:pt x="0" y="1701"/>
                      </a:lnTo>
                      <a:cubicBezTo>
                        <a:pt x="0" y="1923"/>
                        <a:pt x="185" y="2108"/>
                        <a:pt x="407" y="2108"/>
                      </a:cubicBezTo>
                      <a:cubicBezTo>
                        <a:pt x="666" y="2108"/>
                        <a:pt x="851" y="1923"/>
                        <a:pt x="851" y="1701"/>
                      </a:cubicBezTo>
                      <a:lnTo>
                        <a:pt x="851" y="0"/>
                      </a:lnTo>
                      <a:cubicBezTo>
                        <a:pt x="851" y="148"/>
                        <a:pt x="666" y="222"/>
                        <a:pt x="407" y="222"/>
                      </a:cubicBezTo>
                      <a:cubicBezTo>
                        <a:pt x="185" y="222"/>
                        <a:pt x="0" y="111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7" name="Google Shape;2117;p89"/>
                <p:cNvSpPr/>
                <p:nvPr/>
              </p:nvSpPr>
              <p:spPr>
                <a:xfrm>
                  <a:off x="5563325" y="1882375"/>
                  <a:ext cx="21275" cy="5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2109" extrusionOk="0">
                      <a:moveTo>
                        <a:pt x="0" y="1"/>
                      </a:moveTo>
                      <a:lnTo>
                        <a:pt x="0" y="1702"/>
                      </a:lnTo>
                      <a:cubicBezTo>
                        <a:pt x="0" y="1923"/>
                        <a:pt x="185" y="2108"/>
                        <a:pt x="444" y="2108"/>
                      </a:cubicBezTo>
                      <a:cubicBezTo>
                        <a:pt x="666" y="2108"/>
                        <a:pt x="851" y="1923"/>
                        <a:pt x="851" y="1702"/>
                      </a:cubicBezTo>
                      <a:lnTo>
                        <a:pt x="851" y="1"/>
                      </a:lnTo>
                      <a:cubicBezTo>
                        <a:pt x="851" y="149"/>
                        <a:pt x="666" y="223"/>
                        <a:pt x="444" y="223"/>
                      </a:cubicBezTo>
                      <a:cubicBezTo>
                        <a:pt x="185" y="223"/>
                        <a:pt x="0" y="149"/>
                        <a:pt x="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8" name="Google Shape;2118;p89"/>
                <p:cNvSpPr/>
                <p:nvPr/>
              </p:nvSpPr>
              <p:spPr>
                <a:xfrm>
                  <a:off x="5532825" y="1864825"/>
                  <a:ext cx="20350" cy="5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2145" extrusionOk="0">
                      <a:moveTo>
                        <a:pt x="0" y="0"/>
                      </a:moveTo>
                      <a:lnTo>
                        <a:pt x="0" y="1701"/>
                      </a:lnTo>
                      <a:cubicBezTo>
                        <a:pt x="0" y="1960"/>
                        <a:pt x="185" y="2145"/>
                        <a:pt x="407" y="2145"/>
                      </a:cubicBezTo>
                      <a:cubicBezTo>
                        <a:pt x="629" y="2145"/>
                        <a:pt x="814" y="1960"/>
                        <a:pt x="814" y="1701"/>
                      </a:cubicBezTo>
                      <a:lnTo>
                        <a:pt x="814" y="0"/>
                      </a:lnTo>
                      <a:cubicBezTo>
                        <a:pt x="814" y="148"/>
                        <a:pt x="629" y="222"/>
                        <a:pt x="407" y="222"/>
                      </a:cubicBezTo>
                      <a:cubicBezTo>
                        <a:pt x="185" y="222"/>
                        <a:pt x="0" y="148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9" name="Google Shape;2119;p89"/>
                <p:cNvSpPr/>
                <p:nvPr/>
              </p:nvSpPr>
              <p:spPr>
                <a:xfrm>
                  <a:off x="5477375" y="1852725"/>
                  <a:ext cx="47150" cy="43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6" h="1742" extrusionOk="0">
                      <a:moveTo>
                        <a:pt x="924" y="1"/>
                      </a:moveTo>
                      <a:cubicBezTo>
                        <a:pt x="554" y="1"/>
                        <a:pt x="267" y="97"/>
                        <a:pt x="185" y="152"/>
                      </a:cubicBezTo>
                      <a:cubicBezTo>
                        <a:pt x="74" y="263"/>
                        <a:pt x="0" y="300"/>
                        <a:pt x="0" y="669"/>
                      </a:cubicBezTo>
                      <a:cubicBezTo>
                        <a:pt x="0" y="1039"/>
                        <a:pt x="37" y="1741"/>
                        <a:pt x="37" y="1741"/>
                      </a:cubicBezTo>
                      <a:lnTo>
                        <a:pt x="1701" y="780"/>
                      </a:lnTo>
                      <a:cubicBezTo>
                        <a:pt x="1701" y="780"/>
                        <a:pt x="1886" y="152"/>
                        <a:pt x="1331" y="41"/>
                      </a:cubicBezTo>
                      <a:cubicBezTo>
                        <a:pt x="1189" y="12"/>
                        <a:pt x="1051" y="1"/>
                        <a:pt x="924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0" name="Google Shape;2120;p89"/>
                <p:cNvSpPr/>
                <p:nvPr/>
              </p:nvSpPr>
              <p:spPr>
                <a:xfrm>
                  <a:off x="5482000" y="1833400"/>
                  <a:ext cx="185800" cy="14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2" h="5879" extrusionOk="0">
                      <a:moveTo>
                        <a:pt x="1590" y="0"/>
                      </a:moveTo>
                      <a:lnTo>
                        <a:pt x="0" y="925"/>
                      </a:lnTo>
                      <a:cubicBezTo>
                        <a:pt x="0" y="925"/>
                        <a:pt x="4326" y="3328"/>
                        <a:pt x="4991" y="3698"/>
                      </a:cubicBezTo>
                      <a:cubicBezTo>
                        <a:pt x="5620" y="4067"/>
                        <a:pt x="5620" y="4326"/>
                        <a:pt x="5730" y="4511"/>
                      </a:cubicBezTo>
                      <a:cubicBezTo>
                        <a:pt x="5804" y="4696"/>
                        <a:pt x="5804" y="5879"/>
                        <a:pt x="5804" y="5879"/>
                      </a:cubicBezTo>
                      <a:lnTo>
                        <a:pt x="7431" y="4955"/>
                      </a:lnTo>
                      <a:cubicBezTo>
                        <a:pt x="7431" y="4955"/>
                        <a:pt x="7394" y="3808"/>
                        <a:pt x="7320" y="3587"/>
                      </a:cubicBezTo>
                      <a:cubicBezTo>
                        <a:pt x="7283" y="3291"/>
                        <a:pt x="6914" y="2921"/>
                        <a:pt x="6618" y="2773"/>
                      </a:cubicBezTo>
                      <a:cubicBezTo>
                        <a:pt x="6322" y="2662"/>
                        <a:pt x="3032" y="851"/>
                        <a:pt x="2514" y="481"/>
                      </a:cubicBezTo>
                      <a:cubicBezTo>
                        <a:pt x="2070" y="111"/>
                        <a:pt x="1590" y="0"/>
                        <a:pt x="159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1" name="Google Shape;2121;p89"/>
                <p:cNvSpPr/>
                <p:nvPr/>
              </p:nvSpPr>
              <p:spPr>
                <a:xfrm>
                  <a:off x="5475525" y="1855800"/>
                  <a:ext cx="151600" cy="12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4" h="4946" extrusionOk="0">
                      <a:moveTo>
                        <a:pt x="365" y="1"/>
                      </a:moveTo>
                      <a:cubicBezTo>
                        <a:pt x="305" y="1"/>
                        <a:pt x="241" y="10"/>
                        <a:pt x="185" y="29"/>
                      </a:cubicBezTo>
                      <a:cubicBezTo>
                        <a:pt x="74" y="140"/>
                        <a:pt x="0" y="288"/>
                        <a:pt x="0" y="472"/>
                      </a:cubicBezTo>
                      <a:lnTo>
                        <a:pt x="0" y="1581"/>
                      </a:lnTo>
                      <a:lnTo>
                        <a:pt x="111" y="1618"/>
                      </a:lnTo>
                      <a:lnTo>
                        <a:pt x="111" y="472"/>
                      </a:lnTo>
                      <a:cubicBezTo>
                        <a:pt x="111" y="288"/>
                        <a:pt x="148" y="177"/>
                        <a:pt x="259" y="140"/>
                      </a:cubicBezTo>
                      <a:lnTo>
                        <a:pt x="481" y="140"/>
                      </a:lnTo>
                      <a:lnTo>
                        <a:pt x="5546" y="2986"/>
                      </a:lnTo>
                      <a:cubicBezTo>
                        <a:pt x="5805" y="3134"/>
                        <a:pt x="5989" y="3504"/>
                        <a:pt x="5989" y="3763"/>
                      </a:cubicBezTo>
                      <a:lnTo>
                        <a:pt x="5989" y="4909"/>
                      </a:lnTo>
                      <a:lnTo>
                        <a:pt x="6063" y="4946"/>
                      </a:lnTo>
                      <a:lnTo>
                        <a:pt x="6063" y="3763"/>
                      </a:lnTo>
                      <a:cubicBezTo>
                        <a:pt x="6063" y="3467"/>
                        <a:pt x="5879" y="3060"/>
                        <a:pt x="5620" y="2912"/>
                      </a:cubicBezTo>
                      <a:lnTo>
                        <a:pt x="518" y="29"/>
                      </a:lnTo>
                      <a:cubicBezTo>
                        <a:pt x="481" y="10"/>
                        <a:pt x="425" y="1"/>
                        <a:pt x="365" y="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2" name="Google Shape;2122;p89"/>
                <p:cNvSpPr/>
                <p:nvPr/>
              </p:nvSpPr>
              <p:spPr>
                <a:xfrm>
                  <a:off x="5594750" y="1833400"/>
                  <a:ext cx="21275" cy="4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1813" extrusionOk="0">
                      <a:moveTo>
                        <a:pt x="407" y="0"/>
                      </a:moveTo>
                      <a:cubicBezTo>
                        <a:pt x="185" y="0"/>
                        <a:pt x="0" y="185"/>
                        <a:pt x="0" y="444"/>
                      </a:cubicBezTo>
                      <a:lnTo>
                        <a:pt x="0" y="1812"/>
                      </a:lnTo>
                      <a:cubicBezTo>
                        <a:pt x="0" y="1664"/>
                        <a:pt x="185" y="1590"/>
                        <a:pt x="407" y="1590"/>
                      </a:cubicBezTo>
                      <a:cubicBezTo>
                        <a:pt x="666" y="1590"/>
                        <a:pt x="851" y="1664"/>
                        <a:pt x="851" y="1812"/>
                      </a:cubicBezTo>
                      <a:lnTo>
                        <a:pt x="851" y="444"/>
                      </a:lnTo>
                      <a:cubicBezTo>
                        <a:pt x="851" y="185"/>
                        <a:pt x="666" y="0"/>
                        <a:pt x="407" y="0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3" name="Google Shape;2123;p89"/>
                <p:cNvSpPr/>
                <p:nvPr/>
              </p:nvSpPr>
              <p:spPr>
                <a:xfrm>
                  <a:off x="5594750" y="1872225"/>
                  <a:ext cx="2127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481" extrusionOk="0">
                      <a:moveTo>
                        <a:pt x="407" y="0"/>
                      </a:moveTo>
                      <a:cubicBezTo>
                        <a:pt x="185" y="0"/>
                        <a:pt x="0" y="74"/>
                        <a:pt x="0" y="222"/>
                      </a:cubicBezTo>
                      <a:lnTo>
                        <a:pt x="0" y="259"/>
                      </a:lnTo>
                      <a:cubicBezTo>
                        <a:pt x="0" y="407"/>
                        <a:pt x="185" y="481"/>
                        <a:pt x="407" y="481"/>
                      </a:cubicBezTo>
                      <a:cubicBezTo>
                        <a:pt x="666" y="481"/>
                        <a:pt x="851" y="407"/>
                        <a:pt x="851" y="259"/>
                      </a:cubicBezTo>
                      <a:lnTo>
                        <a:pt x="851" y="222"/>
                      </a:lnTo>
                      <a:cubicBezTo>
                        <a:pt x="851" y="74"/>
                        <a:pt x="666" y="0"/>
                        <a:pt x="40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4" name="Google Shape;2124;p89"/>
                <p:cNvSpPr/>
                <p:nvPr/>
              </p:nvSpPr>
              <p:spPr>
                <a:xfrm>
                  <a:off x="5594750" y="1878700"/>
                  <a:ext cx="21275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1110" extrusionOk="0">
                      <a:moveTo>
                        <a:pt x="0" y="0"/>
                      </a:moveTo>
                      <a:lnTo>
                        <a:pt x="0" y="850"/>
                      </a:lnTo>
                      <a:lnTo>
                        <a:pt x="0" y="887"/>
                      </a:lnTo>
                      <a:cubicBezTo>
                        <a:pt x="0" y="1035"/>
                        <a:pt x="185" y="1109"/>
                        <a:pt x="407" y="1109"/>
                      </a:cubicBezTo>
                      <a:cubicBezTo>
                        <a:pt x="666" y="1109"/>
                        <a:pt x="851" y="1035"/>
                        <a:pt x="851" y="887"/>
                      </a:cubicBezTo>
                      <a:lnTo>
                        <a:pt x="851" y="850"/>
                      </a:lnTo>
                      <a:lnTo>
                        <a:pt x="851" y="0"/>
                      </a:lnTo>
                      <a:cubicBezTo>
                        <a:pt x="851" y="148"/>
                        <a:pt x="666" y="222"/>
                        <a:pt x="407" y="222"/>
                      </a:cubicBezTo>
                      <a:cubicBezTo>
                        <a:pt x="185" y="222"/>
                        <a:pt x="0" y="148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2125;p89"/>
                <p:cNvSpPr/>
                <p:nvPr/>
              </p:nvSpPr>
              <p:spPr>
                <a:xfrm>
                  <a:off x="5589200" y="1831550"/>
                  <a:ext cx="323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0" extrusionOk="0">
                      <a:moveTo>
                        <a:pt x="629" y="1"/>
                      </a:moveTo>
                      <a:cubicBezTo>
                        <a:pt x="333" y="1"/>
                        <a:pt x="1" y="111"/>
                        <a:pt x="1" y="370"/>
                      </a:cubicBezTo>
                      <a:cubicBezTo>
                        <a:pt x="1" y="555"/>
                        <a:pt x="259" y="740"/>
                        <a:pt x="629" y="740"/>
                      </a:cubicBezTo>
                      <a:cubicBezTo>
                        <a:pt x="999" y="740"/>
                        <a:pt x="1295" y="555"/>
                        <a:pt x="1295" y="370"/>
                      </a:cubicBezTo>
                      <a:cubicBezTo>
                        <a:pt x="1295" y="185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6" name="Google Shape;2126;p89"/>
                <p:cNvSpPr/>
                <p:nvPr/>
              </p:nvSpPr>
              <p:spPr>
                <a:xfrm>
                  <a:off x="5589200" y="1825075"/>
                  <a:ext cx="32375" cy="1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78" extrusionOk="0">
                      <a:moveTo>
                        <a:pt x="629" y="1"/>
                      </a:moveTo>
                      <a:cubicBezTo>
                        <a:pt x="333" y="38"/>
                        <a:pt x="1" y="223"/>
                        <a:pt x="1" y="370"/>
                      </a:cubicBezTo>
                      <a:cubicBezTo>
                        <a:pt x="1" y="592"/>
                        <a:pt x="259" y="777"/>
                        <a:pt x="629" y="777"/>
                      </a:cubicBezTo>
                      <a:cubicBezTo>
                        <a:pt x="999" y="777"/>
                        <a:pt x="1295" y="592"/>
                        <a:pt x="1295" y="370"/>
                      </a:cubicBezTo>
                      <a:cubicBezTo>
                        <a:pt x="1295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7" name="Google Shape;2127;p89"/>
                <p:cNvSpPr/>
                <p:nvPr/>
              </p:nvSpPr>
              <p:spPr>
                <a:xfrm>
                  <a:off x="5594750" y="1828775"/>
                  <a:ext cx="23125" cy="1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482" extrusionOk="0">
                      <a:moveTo>
                        <a:pt x="481" y="1"/>
                      </a:moveTo>
                      <a:cubicBezTo>
                        <a:pt x="185" y="1"/>
                        <a:pt x="0" y="112"/>
                        <a:pt x="0" y="222"/>
                      </a:cubicBezTo>
                      <a:cubicBezTo>
                        <a:pt x="0" y="370"/>
                        <a:pt x="185" y="481"/>
                        <a:pt x="481" y="481"/>
                      </a:cubicBezTo>
                      <a:cubicBezTo>
                        <a:pt x="740" y="481"/>
                        <a:pt x="925" y="370"/>
                        <a:pt x="925" y="222"/>
                      </a:cubicBezTo>
                      <a:cubicBezTo>
                        <a:pt x="925" y="112"/>
                        <a:pt x="740" y="1"/>
                        <a:pt x="481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8" name="Google Shape;2128;p89"/>
                <p:cNvSpPr/>
                <p:nvPr/>
              </p:nvSpPr>
              <p:spPr>
                <a:xfrm>
                  <a:off x="5563325" y="1814925"/>
                  <a:ext cx="21275" cy="4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1812" extrusionOk="0">
                      <a:moveTo>
                        <a:pt x="444" y="0"/>
                      </a:moveTo>
                      <a:cubicBezTo>
                        <a:pt x="185" y="0"/>
                        <a:pt x="0" y="185"/>
                        <a:pt x="0" y="444"/>
                      </a:cubicBezTo>
                      <a:lnTo>
                        <a:pt x="0" y="1812"/>
                      </a:lnTo>
                      <a:cubicBezTo>
                        <a:pt x="0" y="1664"/>
                        <a:pt x="185" y="1590"/>
                        <a:pt x="444" y="1590"/>
                      </a:cubicBezTo>
                      <a:cubicBezTo>
                        <a:pt x="666" y="1590"/>
                        <a:pt x="851" y="1664"/>
                        <a:pt x="851" y="1812"/>
                      </a:cubicBezTo>
                      <a:lnTo>
                        <a:pt x="851" y="444"/>
                      </a:lnTo>
                      <a:cubicBezTo>
                        <a:pt x="851" y="185"/>
                        <a:pt x="666" y="0"/>
                        <a:pt x="444" y="0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9" name="Google Shape;2129;p89"/>
                <p:cNvSpPr/>
                <p:nvPr/>
              </p:nvSpPr>
              <p:spPr>
                <a:xfrm>
                  <a:off x="5563325" y="1860200"/>
                  <a:ext cx="21275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1110" extrusionOk="0">
                      <a:moveTo>
                        <a:pt x="0" y="1"/>
                      </a:moveTo>
                      <a:lnTo>
                        <a:pt x="0" y="851"/>
                      </a:lnTo>
                      <a:lnTo>
                        <a:pt x="0" y="888"/>
                      </a:lnTo>
                      <a:cubicBezTo>
                        <a:pt x="0" y="1036"/>
                        <a:pt x="185" y="1110"/>
                        <a:pt x="444" y="1110"/>
                      </a:cubicBezTo>
                      <a:cubicBezTo>
                        <a:pt x="666" y="1110"/>
                        <a:pt x="851" y="1036"/>
                        <a:pt x="851" y="888"/>
                      </a:cubicBezTo>
                      <a:lnTo>
                        <a:pt x="851" y="851"/>
                      </a:lnTo>
                      <a:lnTo>
                        <a:pt x="851" y="1"/>
                      </a:lnTo>
                      <a:cubicBezTo>
                        <a:pt x="851" y="148"/>
                        <a:pt x="666" y="222"/>
                        <a:pt x="444" y="222"/>
                      </a:cubicBezTo>
                      <a:cubicBezTo>
                        <a:pt x="185" y="222"/>
                        <a:pt x="0" y="148"/>
                        <a:pt x="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0" name="Google Shape;2130;p89"/>
                <p:cNvSpPr/>
                <p:nvPr/>
              </p:nvSpPr>
              <p:spPr>
                <a:xfrm>
                  <a:off x="5557775" y="1813075"/>
                  <a:ext cx="323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0" extrusionOk="0">
                      <a:moveTo>
                        <a:pt x="666" y="0"/>
                      </a:moveTo>
                      <a:cubicBezTo>
                        <a:pt x="296" y="0"/>
                        <a:pt x="1" y="185"/>
                        <a:pt x="1" y="370"/>
                      </a:cubicBezTo>
                      <a:cubicBezTo>
                        <a:pt x="1" y="555"/>
                        <a:pt x="296" y="740"/>
                        <a:pt x="666" y="740"/>
                      </a:cubicBezTo>
                      <a:cubicBezTo>
                        <a:pt x="1036" y="740"/>
                        <a:pt x="1295" y="555"/>
                        <a:pt x="1295" y="370"/>
                      </a:cubicBezTo>
                      <a:cubicBezTo>
                        <a:pt x="1295" y="185"/>
                        <a:pt x="999" y="0"/>
                        <a:pt x="666" y="0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1" name="Google Shape;2131;p89"/>
                <p:cNvSpPr/>
                <p:nvPr/>
              </p:nvSpPr>
              <p:spPr>
                <a:xfrm>
                  <a:off x="5557775" y="1806600"/>
                  <a:ext cx="32375" cy="1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77" extrusionOk="0">
                      <a:moveTo>
                        <a:pt x="666" y="0"/>
                      </a:moveTo>
                      <a:cubicBezTo>
                        <a:pt x="296" y="37"/>
                        <a:pt x="1" y="185"/>
                        <a:pt x="1" y="407"/>
                      </a:cubicBezTo>
                      <a:cubicBezTo>
                        <a:pt x="1" y="592"/>
                        <a:pt x="296" y="777"/>
                        <a:pt x="666" y="777"/>
                      </a:cubicBezTo>
                      <a:cubicBezTo>
                        <a:pt x="1036" y="777"/>
                        <a:pt x="1295" y="592"/>
                        <a:pt x="1295" y="407"/>
                      </a:cubicBezTo>
                      <a:cubicBezTo>
                        <a:pt x="1295" y="185"/>
                        <a:pt x="999" y="0"/>
                        <a:pt x="666" y="0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2" name="Google Shape;2132;p89"/>
                <p:cNvSpPr/>
                <p:nvPr/>
              </p:nvSpPr>
              <p:spPr>
                <a:xfrm>
                  <a:off x="5562400" y="1810300"/>
                  <a:ext cx="231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481" extrusionOk="0">
                      <a:moveTo>
                        <a:pt x="481" y="0"/>
                      </a:moveTo>
                      <a:cubicBezTo>
                        <a:pt x="185" y="0"/>
                        <a:pt x="0" y="111"/>
                        <a:pt x="0" y="259"/>
                      </a:cubicBezTo>
                      <a:cubicBezTo>
                        <a:pt x="0" y="370"/>
                        <a:pt x="185" y="481"/>
                        <a:pt x="481" y="481"/>
                      </a:cubicBezTo>
                      <a:cubicBezTo>
                        <a:pt x="703" y="481"/>
                        <a:pt x="925" y="370"/>
                        <a:pt x="925" y="259"/>
                      </a:cubicBezTo>
                      <a:cubicBezTo>
                        <a:pt x="925" y="111"/>
                        <a:pt x="740" y="0"/>
                        <a:pt x="481" y="0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3" name="Google Shape;2133;p89"/>
                <p:cNvSpPr/>
                <p:nvPr/>
              </p:nvSpPr>
              <p:spPr>
                <a:xfrm>
                  <a:off x="5532825" y="1798275"/>
                  <a:ext cx="20350" cy="4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1776" extrusionOk="0">
                      <a:moveTo>
                        <a:pt x="407" y="1"/>
                      </a:moveTo>
                      <a:cubicBezTo>
                        <a:pt x="185" y="1"/>
                        <a:pt x="0" y="185"/>
                        <a:pt x="0" y="407"/>
                      </a:cubicBezTo>
                      <a:lnTo>
                        <a:pt x="0" y="1775"/>
                      </a:lnTo>
                      <a:cubicBezTo>
                        <a:pt x="0" y="1664"/>
                        <a:pt x="185" y="1553"/>
                        <a:pt x="407" y="1553"/>
                      </a:cubicBezTo>
                      <a:cubicBezTo>
                        <a:pt x="629" y="1553"/>
                        <a:pt x="814" y="1664"/>
                        <a:pt x="814" y="1775"/>
                      </a:cubicBezTo>
                      <a:lnTo>
                        <a:pt x="814" y="407"/>
                      </a:lnTo>
                      <a:cubicBezTo>
                        <a:pt x="814" y="185"/>
                        <a:pt x="629" y="1"/>
                        <a:pt x="407" y="1"/>
                      </a:cubicBezTo>
                      <a:close/>
                    </a:path>
                  </a:pathLst>
                </a:custGeom>
                <a:solidFill>
                  <a:srgbClr val="EDED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4" name="Google Shape;2134;p89"/>
                <p:cNvSpPr/>
                <p:nvPr/>
              </p:nvSpPr>
              <p:spPr>
                <a:xfrm>
                  <a:off x="5532825" y="1836175"/>
                  <a:ext cx="20350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518" extrusionOk="0">
                      <a:moveTo>
                        <a:pt x="407" y="0"/>
                      </a:moveTo>
                      <a:cubicBezTo>
                        <a:pt x="185" y="0"/>
                        <a:pt x="0" y="74"/>
                        <a:pt x="0" y="222"/>
                      </a:cubicBezTo>
                      <a:lnTo>
                        <a:pt x="0" y="259"/>
                      </a:lnTo>
                      <a:cubicBezTo>
                        <a:pt x="0" y="407"/>
                        <a:pt x="185" y="518"/>
                        <a:pt x="407" y="518"/>
                      </a:cubicBezTo>
                      <a:cubicBezTo>
                        <a:pt x="629" y="518"/>
                        <a:pt x="814" y="407"/>
                        <a:pt x="814" y="259"/>
                      </a:cubicBezTo>
                      <a:lnTo>
                        <a:pt x="814" y="222"/>
                      </a:lnTo>
                      <a:cubicBezTo>
                        <a:pt x="814" y="74"/>
                        <a:pt x="629" y="0"/>
                        <a:pt x="40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5" name="Google Shape;2135;p89"/>
                <p:cNvSpPr/>
                <p:nvPr/>
              </p:nvSpPr>
              <p:spPr>
                <a:xfrm>
                  <a:off x="5532825" y="1842650"/>
                  <a:ext cx="20350" cy="2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1110" extrusionOk="0">
                      <a:moveTo>
                        <a:pt x="0" y="0"/>
                      </a:moveTo>
                      <a:lnTo>
                        <a:pt x="0" y="850"/>
                      </a:lnTo>
                      <a:lnTo>
                        <a:pt x="0" y="887"/>
                      </a:lnTo>
                      <a:cubicBezTo>
                        <a:pt x="0" y="1035"/>
                        <a:pt x="185" y="1109"/>
                        <a:pt x="407" y="1109"/>
                      </a:cubicBezTo>
                      <a:cubicBezTo>
                        <a:pt x="629" y="1109"/>
                        <a:pt x="814" y="1035"/>
                        <a:pt x="814" y="887"/>
                      </a:cubicBezTo>
                      <a:lnTo>
                        <a:pt x="814" y="850"/>
                      </a:lnTo>
                      <a:lnTo>
                        <a:pt x="814" y="0"/>
                      </a:lnTo>
                      <a:cubicBezTo>
                        <a:pt x="814" y="148"/>
                        <a:pt x="629" y="259"/>
                        <a:pt x="407" y="259"/>
                      </a:cubicBezTo>
                      <a:cubicBezTo>
                        <a:pt x="185" y="259"/>
                        <a:pt x="0" y="148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6" name="Google Shape;2136;p89"/>
                <p:cNvSpPr/>
                <p:nvPr/>
              </p:nvSpPr>
              <p:spPr>
                <a:xfrm>
                  <a:off x="5526350" y="1795500"/>
                  <a:ext cx="32375" cy="1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1" extrusionOk="0">
                      <a:moveTo>
                        <a:pt x="666" y="1"/>
                      </a:moveTo>
                      <a:cubicBezTo>
                        <a:pt x="296" y="1"/>
                        <a:pt x="1" y="149"/>
                        <a:pt x="1" y="370"/>
                      </a:cubicBezTo>
                      <a:cubicBezTo>
                        <a:pt x="1" y="592"/>
                        <a:pt x="296" y="740"/>
                        <a:pt x="666" y="740"/>
                      </a:cubicBezTo>
                      <a:cubicBezTo>
                        <a:pt x="999" y="740"/>
                        <a:pt x="1295" y="592"/>
                        <a:pt x="1295" y="370"/>
                      </a:cubicBezTo>
                      <a:cubicBezTo>
                        <a:pt x="1295" y="149"/>
                        <a:pt x="999" y="1"/>
                        <a:pt x="666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7" name="Google Shape;2137;p89"/>
                <p:cNvSpPr/>
                <p:nvPr/>
              </p:nvSpPr>
              <p:spPr>
                <a:xfrm>
                  <a:off x="5526350" y="1789950"/>
                  <a:ext cx="32375" cy="1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1" extrusionOk="0">
                      <a:moveTo>
                        <a:pt x="666" y="1"/>
                      </a:moveTo>
                      <a:cubicBezTo>
                        <a:pt x="296" y="1"/>
                        <a:pt x="1" y="186"/>
                        <a:pt x="1" y="371"/>
                      </a:cubicBezTo>
                      <a:cubicBezTo>
                        <a:pt x="1" y="555"/>
                        <a:pt x="296" y="740"/>
                        <a:pt x="666" y="740"/>
                      </a:cubicBezTo>
                      <a:cubicBezTo>
                        <a:pt x="1036" y="740"/>
                        <a:pt x="1295" y="555"/>
                        <a:pt x="1295" y="371"/>
                      </a:cubicBezTo>
                      <a:cubicBezTo>
                        <a:pt x="1295" y="186"/>
                        <a:pt x="1036" y="1"/>
                        <a:pt x="666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2138;p89"/>
                <p:cNvSpPr/>
                <p:nvPr/>
              </p:nvSpPr>
              <p:spPr>
                <a:xfrm>
                  <a:off x="5532825" y="1793650"/>
                  <a:ext cx="23125" cy="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445" extrusionOk="0">
                      <a:moveTo>
                        <a:pt x="444" y="1"/>
                      </a:moveTo>
                      <a:cubicBezTo>
                        <a:pt x="185" y="1"/>
                        <a:pt x="0" y="75"/>
                        <a:pt x="0" y="223"/>
                      </a:cubicBezTo>
                      <a:cubicBezTo>
                        <a:pt x="0" y="370"/>
                        <a:pt x="185" y="444"/>
                        <a:pt x="444" y="444"/>
                      </a:cubicBezTo>
                      <a:cubicBezTo>
                        <a:pt x="666" y="444"/>
                        <a:pt x="925" y="370"/>
                        <a:pt x="925" y="223"/>
                      </a:cubicBezTo>
                      <a:cubicBezTo>
                        <a:pt x="925" y="75"/>
                        <a:pt x="740" y="1"/>
                        <a:pt x="444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2139;p89"/>
                <p:cNvSpPr/>
                <p:nvPr/>
              </p:nvSpPr>
              <p:spPr>
                <a:xfrm>
                  <a:off x="5170775" y="1367800"/>
                  <a:ext cx="96800" cy="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2" h="3393" extrusionOk="0">
                      <a:moveTo>
                        <a:pt x="929" y="0"/>
                      </a:moveTo>
                      <a:cubicBezTo>
                        <a:pt x="397" y="0"/>
                        <a:pt x="0" y="257"/>
                        <a:pt x="101" y="1063"/>
                      </a:cubicBezTo>
                      <a:cubicBezTo>
                        <a:pt x="175" y="2283"/>
                        <a:pt x="988" y="2357"/>
                        <a:pt x="1469" y="2653"/>
                      </a:cubicBezTo>
                      <a:cubicBezTo>
                        <a:pt x="1986" y="2912"/>
                        <a:pt x="3650" y="3393"/>
                        <a:pt x="3650" y="3393"/>
                      </a:cubicBezTo>
                      <a:lnTo>
                        <a:pt x="3872" y="1692"/>
                      </a:lnTo>
                      <a:cubicBezTo>
                        <a:pt x="3872" y="1692"/>
                        <a:pt x="2541" y="398"/>
                        <a:pt x="1728" y="139"/>
                      </a:cubicBezTo>
                      <a:cubicBezTo>
                        <a:pt x="1457" y="57"/>
                        <a:pt x="1178" y="0"/>
                        <a:pt x="929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0" name="Google Shape;2140;p89"/>
                <p:cNvSpPr/>
                <p:nvPr/>
              </p:nvSpPr>
              <p:spPr>
                <a:xfrm>
                  <a:off x="5237050" y="1393450"/>
                  <a:ext cx="169175" cy="13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7" h="5563" extrusionOk="0">
                      <a:moveTo>
                        <a:pt x="814" y="0"/>
                      </a:moveTo>
                      <a:lnTo>
                        <a:pt x="814" y="0"/>
                      </a:lnTo>
                      <a:cubicBezTo>
                        <a:pt x="814" y="0"/>
                        <a:pt x="851" y="481"/>
                        <a:pt x="777" y="888"/>
                      </a:cubicBezTo>
                      <a:cubicBezTo>
                        <a:pt x="481" y="1849"/>
                        <a:pt x="297" y="1849"/>
                        <a:pt x="1" y="2182"/>
                      </a:cubicBezTo>
                      <a:cubicBezTo>
                        <a:pt x="1" y="2182"/>
                        <a:pt x="1110" y="3106"/>
                        <a:pt x="1591" y="3550"/>
                      </a:cubicBezTo>
                      <a:cubicBezTo>
                        <a:pt x="2388" y="4312"/>
                        <a:pt x="4096" y="5563"/>
                        <a:pt x="5220" y="5563"/>
                      </a:cubicBezTo>
                      <a:cubicBezTo>
                        <a:pt x="5295" y="5563"/>
                        <a:pt x="5367" y="5557"/>
                        <a:pt x="5435" y="5546"/>
                      </a:cubicBezTo>
                      <a:cubicBezTo>
                        <a:pt x="5916" y="5509"/>
                        <a:pt x="6766" y="4030"/>
                        <a:pt x="6766" y="4030"/>
                      </a:cubicBezTo>
                      <a:cubicBezTo>
                        <a:pt x="5842" y="3254"/>
                        <a:pt x="815" y="1"/>
                        <a:pt x="81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1" name="Google Shape;2141;p89"/>
                <p:cNvSpPr/>
                <p:nvPr/>
              </p:nvSpPr>
              <p:spPr>
                <a:xfrm>
                  <a:off x="5188075" y="1393450"/>
                  <a:ext cx="20350" cy="5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2145" extrusionOk="0">
                      <a:moveTo>
                        <a:pt x="0" y="0"/>
                      </a:moveTo>
                      <a:lnTo>
                        <a:pt x="0" y="1701"/>
                      </a:lnTo>
                      <a:cubicBezTo>
                        <a:pt x="0" y="1960"/>
                        <a:pt x="185" y="2145"/>
                        <a:pt x="407" y="2145"/>
                      </a:cubicBezTo>
                      <a:cubicBezTo>
                        <a:pt x="666" y="2145"/>
                        <a:pt x="814" y="1960"/>
                        <a:pt x="814" y="1701"/>
                      </a:cubicBezTo>
                      <a:lnTo>
                        <a:pt x="814" y="0"/>
                      </a:lnTo>
                      <a:cubicBezTo>
                        <a:pt x="814" y="148"/>
                        <a:pt x="666" y="222"/>
                        <a:pt x="407" y="222"/>
                      </a:cubicBezTo>
                      <a:cubicBezTo>
                        <a:pt x="185" y="222"/>
                        <a:pt x="0" y="148"/>
                        <a:pt x="0" y="0"/>
                      </a:cubicBezTo>
                      <a:close/>
                    </a:path>
                  </a:pathLst>
                </a:custGeom>
                <a:solidFill>
                  <a:srgbClr val="DF3F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2142;p89"/>
                <p:cNvSpPr/>
                <p:nvPr/>
              </p:nvSpPr>
              <p:spPr>
                <a:xfrm>
                  <a:off x="5188075" y="1325975"/>
                  <a:ext cx="20525" cy="4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1813" extrusionOk="0">
                      <a:moveTo>
                        <a:pt x="407" y="1"/>
                      </a:moveTo>
                      <a:cubicBezTo>
                        <a:pt x="185" y="1"/>
                        <a:pt x="0" y="222"/>
                        <a:pt x="0" y="444"/>
                      </a:cubicBezTo>
                      <a:lnTo>
                        <a:pt x="0" y="1812"/>
                      </a:lnTo>
                      <a:cubicBezTo>
                        <a:pt x="0" y="1701"/>
                        <a:pt x="185" y="1590"/>
                        <a:pt x="407" y="1590"/>
                      </a:cubicBezTo>
                      <a:cubicBezTo>
                        <a:pt x="621" y="1590"/>
                        <a:pt x="784" y="1666"/>
                        <a:pt x="814" y="1755"/>
                      </a:cubicBezTo>
                      <a:lnTo>
                        <a:pt x="814" y="1755"/>
                      </a:lnTo>
                      <a:lnTo>
                        <a:pt x="814" y="444"/>
                      </a:lnTo>
                      <a:cubicBezTo>
                        <a:pt x="814" y="222"/>
                        <a:pt x="666" y="1"/>
                        <a:pt x="407" y="1"/>
                      </a:cubicBezTo>
                      <a:close/>
                      <a:moveTo>
                        <a:pt x="814" y="1755"/>
                      </a:moveTo>
                      <a:lnTo>
                        <a:pt x="814" y="1812"/>
                      </a:lnTo>
                      <a:cubicBezTo>
                        <a:pt x="820" y="1793"/>
                        <a:pt x="820" y="1774"/>
                        <a:pt x="814" y="1755"/>
                      </a:cubicBezTo>
                      <a:close/>
                    </a:path>
                  </a:pathLst>
                </a:custGeom>
                <a:solidFill>
                  <a:srgbClr val="D8D8D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2143;p89"/>
                <p:cNvSpPr/>
                <p:nvPr/>
              </p:nvSpPr>
              <p:spPr>
                <a:xfrm>
                  <a:off x="5188075" y="1364800"/>
                  <a:ext cx="21275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518" extrusionOk="0">
                      <a:moveTo>
                        <a:pt x="407" y="0"/>
                      </a:moveTo>
                      <a:cubicBezTo>
                        <a:pt x="185" y="0"/>
                        <a:pt x="0" y="74"/>
                        <a:pt x="0" y="222"/>
                      </a:cubicBezTo>
                      <a:lnTo>
                        <a:pt x="0" y="259"/>
                      </a:lnTo>
                      <a:cubicBezTo>
                        <a:pt x="0" y="407"/>
                        <a:pt x="185" y="518"/>
                        <a:pt x="407" y="518"/>
                      </a:cubicBezTo>
                      <a:cubicBezTo>
                        <a:pt x="666" y="518"/>
                        <a:pt x="851" y="407"/>
                        <a:pt x="814" y="259"/>
                      </a:cubicBezTo>
                      <a:lnTo>
                        <a:pt x="814" y="222"/>
                      </a:lnTo>
                      <a:cubicBezTo>
                        <a:pt x="814" y="74"/>
                        <a:pt x="666" y="0"/>
                        <a:pt x="407" y="0"/>
                      </a:cubicBezTo>
                      <a:close/>
                    </a:path>
                  </a:pathLst>
                </a:custGeom>
                <a:solidFill>
                  <a:srgbClr val="F7605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4" name="Google Shape;2144;p89"/>
                <p:cNvSpPr/>
                <p:nvPr/>
              </p:nvSpPr>
              <p:spPr>
                <a:xfrm>
                  <a:off x="5182525" y="1324125"/>
                  <a:ext cx="323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0" extrusionOk="0">
                      <a:moveTo>
                        <a:pt x="629" y="1"/>
                      </a:moveTo>
                      <a:cubicBezTo>
                        <a:pt x="333" y="1"/>
                        <a:pt x="1" y="185"/>
                        <a:pt x="1" y="370"/>
                      </a:cubicBezTo>
                      <a:cubicBezTo>
                        <a:pt x="1" y="555"/>
                        <a:pt x="259" y="740"/>
                        <a:pt x="629" y="740"/>
                      </a:cubicBezTo>
                      <a:cubicBezTo>
                        <a:pt x="999" y="740"/>
                        <a:pt x="1294" y="555"/>
                        <a:pt x="1294" y="370"/>
                      </a:cubicBezTo>
                      <a:cubicBezTo>
                        <a:pt x="1294" y="185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5" name="Google Shape;2145;p89"/>
                <p:cNvSpPr/>
                <p:nvPr/>
              </p:nvSpPr>
              <p:spPr>
                <a:xfrm>
                  <a:off x="5182525" y="1319500"/>
                  <a:ext cx="32375" cy="1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" h="741" extrusionOk="0">
                      <a:moveTo>
                        <a:pt x="629" y="1"/>
                      </a:moveTo>
                      <a:cubicBezTo>
                        <a:pt x="333" y="1"/>
                        <a:pt x="1" y="149"/>
                        <a:pt x="1" y="370"/>
                      </a:cubicBezTo>
                      <a:cubicBezTo>
                        <a:pt x="1" y="555"/>
                        <a:pt x="259" y="740"/>
                        <a:pt x="629" y="740"/>
                      </a:cubicBezTo>
                      <a:cubicBezTo>
                        <a:pt x="999" y="740"/>
                        <a:pt x="1294" y="555"/>
                        <a:pt x="1294" y="370"/>
                      </a:cubicBezTo>
                      <a:cubicBezTo>
                        <a:pt x="1294" y="186"/>
                        <a:pt x="999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6" name="Google Shape;2146;p89"/>
                <p:cNvSpPr/>
                <p:nvPr/>
              </p:nvSpPr>
              <p:spPr>
                <a:xfrm>
                  <a:off x="5188075" y="1322275"/>
                  <a:ext cx="23125" cy="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445" extrusionOk="0">
                      <a:moveTo>
                        <a:pt x="481" y="1"/>
                      </a:moveTo>
                      <a:cubicBezTo>
                        <a:pt x="185" y="1"/>
                        <a:pt x="0" y="112"/>
                        <a:pt x="0" y="222"/>
                      </a:cubicBezTo>
                      <a:cubicBezTo>
                        <a:pt x="0" y="370"/>
                        <a:pt x="185" y="444"/>
                        <a:pt x="481" y="444"/>
                      </a:cubicBezTo>
                      <a:cubicBezTo>
                        <a:pt x="740" y="444"/>
                        <a:pt x="925" y="370"/>
                        <a:pt x="925" y="222"/>
                      </a:cubicBezTo>
                      <a:cubicBezTo>
                        <a:pt x="925" y="75"/>
                        <a:pt x="740" y="1"/>
                        <a:pt x="481" y="1"/>
                      </a:cubicBezTo>
                      <a:close/>
                    </a:path>
                  </a:pathLst>
                </a:custGeom>
                <a:solidFill>
                  <a:srgbClr val="B5B5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7" name="Google Shape;2147;p89"/>
                <p:cNvSpPr/>
                <p:nvPr/>
              </p:nvSpPr>
              <p:spPr>
                <a:xfrm>
                  <a:off x="5188075" y="1385325"/>
                  <a:ext cx="56400" cy="3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482" extrusionOk="0">
                      <a:moveTo>
                        <a:pt x="416" y="0"/>
                      </a:moveTo>
                      <a:cubicBezTo>
                        <a:pt x="318" y="0"/>
                        <a:pt x="234" y="18"/>
                        <a:pt x="185" y="67"/>
                      </a:cubicBezTo>
                      <a:cubicBezTo>
                        <a:pt x="0" y="178"/>
                        <a:pt x="148" y="399"/>
                        <a:pt x="666" y="732"/>
                      </a:cubicBezTo>
                      <a:cubicBezTo>
                        <a:pt x="962" y="917"/>
                        <a:pt x="1331" y="1398"/>
                        <a:pt x="1664" y="1471"/>
                      </a:cubicBezTo>
                      <a:cubicBezTo>
                        <a:pt x="1683" y="1479"/>
                        <a:pt x="1702" y="1482"/>
                        <a:pt x="1721" y="1482"/>
                      </a:cubicBezTo>
                      <a:cubicBezTo>
                        <a:pt x="1996" y="1482"/>
                        <a:pt x="2256" y="769"/>
                        <a:pt x="2256" y="769"/>
                      </a:cubicBezTo>
                      <a:lnTo>
                        <a:pt x="1072" y="141"/>
                      </a:lnTo>
                      <a:cubicBezTo>
                        <a:pt x="1072" y="141"/>
                        <a:pt x="691" y="0"/>
                        <a:pt x="416" y="0"/>
                      </a:cubicBezTo>
                      <a:close/>
                    </a:path>
                  </a:pathLst>
                </a:custGeom>
                <a:solidFill>
                  <a:srgbClr val="FFC5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2148;p89"/>
                <p:cNvSpPr/>
                <p:nvPr/>
              </p:nvSpPr>
              <p:spPr>
                <a:xfrm>
                  <a:off x="5189000" y="1742975"/>
                  <a:ext cx="53625" cy="5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2065" extrusionOk="0">
                      <a:moveTo>
                        <a:pt x="1047" y="0"/>
                      </a:moveTo>
                      <a:cubicBezTo>
                        <a:pt x="984" y="0"/>
                        <a:pt x="917" y="21"/>
                        <a:pt x="851" y="68"/>
                      </a:cubicBezTo>
                      <a:cubicBezTo>
                        <a:pt x="703" y="179"/>
                        <a:pt x="666" y="253"/>
                        <a:pt x="666" y="364"/>
                      </a:cubicBezTo>
                      <a:lnTo>
                        <a:pt x="555" y="364"/>
                      </a:lnTo>
                      <a:cubicBezTo>
                        <a:pt x="370" y="401"/>
                        <a:pt x="185" y="475"/>
                        <a:pt x="148" y="660"/>
                      </a:cubicBezTo>
                      <a:cubicBezTo>
                        <a:pt x="0" y="993"/>
                        <a:pt x="185" y="1177"/>
                        <a:pt x="481" y="1288"/>
                      </a:cubicBezTo>
                      <a:cubicBezTo>
                        <a:pt x="370" y="1658"/>
                        <a:pt x="555" y="2065"/>
                        <a:pt x="1072" y="2065"/>
                      </a:cubicBezTo>
                      <a:cubicBezTo>
                        <a:pt x="1479" y="2065"/>
                        <a:pt x="1664" y="1732"/>
                        <a:pt x="1664" y="1362"/>
                      </a:cubicBezTo>
                      <a:cubicBezTo>
                        <a:pt x="1923" y="1325"/>
                        <a:pt x="2145" y="1103"/>
                        <a:pt x="2108" y="734"/>
                      </a:cubicBezTo>
                      <a:cubicBezTo>
                        <a:pt x="2021" y="475"/>
                        <a:pt x="1800" y="328"/>
                        <a:pt x="1602" y="328"/>
                      </a:cubicBezTo>
                      <a:cubicBezTo>
                        <a:pt x="1546" y="328"/>
                        <a:pt x="1491" y="339"/>
                        <a:pt x="1442" y="364"/>
                      </a:cubicBezTo>
                      <a:cubicBezTo>
                        <a:pt x="1387" y="172"/>
                        <a:pt x="1230" y="0"/>
                        <a:pt x="104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9" name="Google Shape;2149;p89"/>
                <p:cNvSpPr/>
                <p:nvPr/>
              </p:nvSpPr>
              <p:spPr>
                <a:xfrm>
                  <a:off x="5320250" y="1738350"/>
                  <a:ext cx="52700" cy="5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8" h="2065" extrusionOk="0">
                      <a:moveTo>
                        <a:pt x="1026" y="0"/>
                      </a:moveTo>
                      <a:cubicBezTo>
                        <a:pt x="961" y="0"/>
                        <a:pt x="890" y="21"/>
                        <a:pt x="814" y="68"/>
                      </a:cubicBezTo>
                      <a:cubicBezTo>
                        <a:pt x="666" y="142"/>
                        <a:pt x="629" y="253"/>
                        <a:pt x="629" y="364"/>
                      </a:cubicBezTo>
                      <a:lnTo>
                        <a:pt x="555" y="364"/>
                      </a:lnTo>
                      <a:cubicBezTo>
                        <a:pt x="370" y="401"/>
                        <a:pt x="185" y="475"/>
                        <a:pt x="111" y="660"/>
                      </a:cubicBezTo>
                      <a:cubicBezTo>
                        <a:pt x="0" y="993"/>
                        <a:pt x="185" y="1178"/>
                        <a:pt x="444" y="1288"/>
                      </a:cubicBezTo>
                      <a:cubicBezTo>
                        <a:pt x="370" y="1658"/>
                        <a:pt x="555" y="2065"/>
                        <a:pt x="1035" y="2065"/>
                      </a:cubicBezTo>
                      <a:cubicBezTo>
                        <a:pt x="1479" y="2065"/>
                        <a:pt x="1664" y="1732"/>
                        <a:pt x="1664" y="1362"/>
                      </a:cubicBezTo>
                      <a:cubicBezTo>
                        <a:pt x="1886" y="1325"/>
                        <a:pt x="2107" y="1067"/>
                        <a:pt x="2071" y="734"/>
                      </a:cubicBezTo>
                      <a:cubicBezTo>
                        <a:pt x="1984" y="475"/>
                        <a:pt x="1786" y="328"/>
                        <a:pt x="1580" y="328"/>
                      </a:cubicBezTo>
                      <a:cubicBezTo>
                        <a:pt x="1521" y="328"/>
                        <a:pt x="1462" y="340"/>
                        <a:pt x="1405" y="364"/>
                      </a:cubicBezTo>
                      <a:cubicBezTo>
                        <a:pt x="1350" y="172"/>
                        <a:pt x="1214" y="0"/>
                        <a:pt x="10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0" name="Google Shape;2150;p89"/>
                <p:cNvSpPr/>
                <p:nvPr/>
              </p:nvSpPr>
              <p:spPr>
                <a:xfrm>
                  <a:off x="5249075" y="1776000"/>
                  <a:ext cx="54550" cy="4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2" h="1950" extrusionOk="0">
                      <a:moveTo>
                        <a:pt x="957" y="1"/>
                      </a:moveTo>
                      <a:cubicBezTo>
                        <a:pt x="935" y="1"/>
                        <a:pt x="912" y="2"/>
                        <a:pt x="888" y="4"/>
                      </a:cubicBezTo>
                      <a:cubicBezTo>
                        <a:pt x="555" y="41"/>
                        <a:pt x="370" y="300"/>
                        <a:pt x="481" y="596"/>
                      </a:cubicBezTo>
                      <a:cubicBezTo>
                        <a:pt x="185" y="707"/>
                        <a:pt x="0" y="892"/>
                        <a:pt x="148" y="1150"/>
                      </a:cubicBezTo>
                      <a:cubicBezTo>
                        <a:pt x="185" y="1298"/>
                        <a:pt x="296" y="1335"/>
                        <a:pt x="444" y="1335"/>
                      </a:cubicBezTo>
                      <a:lnTo>
                        <a:pt x="444" y="1409"/>
                      </a:lnTo>
                      <a:cubicBezTo>
                        <a:pt x="444" y="1631"/>
                        <a:pt x="555" y="1816"/>
                        <a:pt x="703" y="1890"/>
                      </a:cubicBezTo>
                      <a:cubicBezTo>
                        <a:pt x="785" y="1931"/>
                        <a:pt x="862" y="1949"/>
                        <a:pt x="932" y="1949"/>
                      </a:cubicBezTo>
                      <a:cubicBezTo>
                        <a:pt x="1111" y="1949"/>
                        <a:pt x="1241" y="1828"/>
                        <a:pt x="1294" y="1668"/>
                      </a:cubicBezTo>
                      <a:cubicBezTo>
                        <a:pt x="1384" y="1704"/>
                        <a:pt x="1478" y="1722"/>
                        <a:pt x="1570" y="1722"/>
                      </a:cubicBezTo>
                      <a:cubicBezTo>
                        <a:pt x="1855" y="1722"/>
                        <a:pt x="2117" y="1542"/>
                        <a:pt x="2145" y="1150"/>
                      </a:cubicBezTo>
                      <a:cubicBezTo>
                        <a:pt x="2182" y="744"/>
                        <a:pt x="1849" y="485"/>
                        <a:pt x="1553" y="485"/>
                      </a:cubicBezTo>
                      <a:cubicBezTo>
                        <a:pt x="1484" y="243"/>
                        <a:pt x="1285" y="1"/>
                        <a:pt x="95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51" name="Google Shape;2151;p89"/>
              <p:cNvSpPr/>
              <p:nvPr/>
            </p:nvSpPr>
            <p:spPr>
              <a:xfrm>
                <a:off x="2686583" y="2497903"/>
                <a:ext cx="56438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81" extrusionOk="0">
                    <a:moveTo>
                      <a:pt x="407" y="0"/>
                    </a:moveTo>
                    <a:cubicBezTo>
                      <a:pt x="185" y="0"/>
                      <a:pt x="0" y="74"/>
                      <a:pt x="0" y="222"/>
                    </a:cubicBezTo>
                    <a:lnTo>
                      <a:pt x="0" y="259"/>
                    </a:lnTo>
                    <a:cubicBezTo>
                      <a:pt x="0" y="407"/>
                      <a:pt x="185" y="481"/>
                      <a:pt x="407" y="481"/>
                    </a:cubicBezTo>
                    <a:cubicBezTo>
                      <a:pt x="666" y="481"/>
                      <a:pt x="851" y="407"/>
                      <a:pt x="851" y="259"/>
                    </a:cubicBezTo>
                    <a:lnTo>
                      <a:pt x="851" y="222"/>
                    </a:lnTo>
                    <a:cubicBezTo>
                      <a:pt x="851" y="74"/>
                      <a:pt x="666" y="0"/>
                      <a:pt x="4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52" name="Google Shape;2152;p89"/>
            <p:cNvSpPr/>
            <p:nvPr/>
          </p:nvSpPr>
          <p:spPr>
            <a:xfrm rot="436190">
              <a:off x="3205376" y="1914351"/>
              <a:ext cx="91998" cy="135398"/>
            </a:xfrm>
            <a:custGeom>
              <a:avLst/>
              <a:gdLst/>
              <a:ahLst/>
              <a:cxnLst/>
              <a:rect l="l" t="t" r="r" b="b"/>
              <a:pathLst>
                <a:path w="1332" h="1961" extrusionOk="0">
                  <a:moveTo>
                    <a:pt x="0" y="1"/>
                  </a:moveTo>
                  <a:lnTo>
                    <a:pt x="222" y="1960"/>
                  </a:lnTo>
                  <a:lnTo>
                    <a:pt x="1331" y="129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3" name="Google Shape;2153;p89"/>
          <p:cNvSpPr txBox="1">
            <a:spLocks noGrp="1"/>
          </p:cNvSpPr>
          <p:nvPr>
            <p:ph type="title"/>
          </p:nvPr>
        </p:nvSpPr>
        <p:spPr>
          <a:xfrm>
            <a:off x="3579700" y="1215850"/>
            <a:ext cx="4696800" cy="13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Thank you </a:t>
            </a:r>
            <a:endParaRPr sz="37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for listening!</a:t>
            </a:r>
            <a:endParaRPr sz="37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154" name="Google Shape;2154;p89" title="noun-happy-5502386.png"/>
          <p:cNvPicPr preferRelativeResize="0"/>
          <p:nvPr/>
        </p:nvPicPr>
        <p:blipFill rotWithShape="1">
          <a:blip r:embed="rId3">
            <a:alphaModFix/>
          </a:blip>
          <a:srcRect b="13532"/>
          <a:stretch/>
        </p:blipFill>
        <p:spPr>
          <a:xfrm>
            <a:off x="5141575" y="2584850"/>
            <a:ext cx="1573054" cy="13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90"/>
          <p:cNvSpPr txBox="1">
            <a:spLocks noGrp="1"/>
          </p:cNvSpPr>
          <p:nvPr>
            <p:ph type="title"/>
          </p:nvPr>
        </p:nvSpPr>
        <p:spPr>
          <a:xfrm>
            <a:off x="720000" y="448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References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60" name="Google Shape;2160;p90"/>
          <p:cNvSpPr txBox="1">
            <a:spLocks noGrp="1"/>
          </p:cNvSpPr>
          <p:nvPr>
            <p:ph type="title"/>
          </p:nvPr>
        </p:nvSpPr>
        <p:spPr>
          <a:xfrm>
            <a:off x="437000" y="1445575"/>
            <a:ext cx="7278300" cy="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[1]	“DIABETES PERCEPTION REPORT Perceptions of health- screening participants in Singapore 1 in partnership with Diabetes Singapore.” Available: https://ipur.nus.edu.sg/wp-content/uploads/2024/11/Diabetes-Perception-Report-1.pdf</a:t>
            </a:r>
            <a:endParaRPr sz="1200" b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u="sng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betes Breakthrough: Insulin Increase by Slidesgo">
  <a:themeElements>
    <a:clrScheme name="Simple Light">
      <a:dk1>
        <a:srgbClr val="4A221D"/>
      </a:dk1>
      <a:lt1>
        <a:srgbClr val="B4E9ED"/>
      </a:lt1>
      <a:dk2>
        <a:srgbClr val="783632"/>
      </a:dk2>
      <a:lt2>
        <a:srgbClr val="D73B16"/>
      </a:lt2>
      <a:accent1>
        <a:srgbClr val="ED6A3B"/>
      </a:accent1>
      <a:accent2>
        <a:srgbClr val="F08262"/>
      </a:accent2>
      <a:accent3>
        <a:srgbClr val="F6A53A"/>
      </a:accent3>
      <a:accent4>
        <a:srgbClr val="EC8C16"/>
      </a:accent4>
      <a:accent5>
        <a:srgbClr val="77C9D5"/>
      </a:accent5>
      <a:accent6>
        <a:srgbClr val="31A2AF"/>
      </a:accent6>
      <a:hlink>
        <a:srgbClr val="2D97A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abetes Breakthrough: Insulin Increase by Slidesgo">
  <a:themeElements>
    <a:clrScheme name="Simple Light">
      <a:dk1>
        <a:srgbClr val="4A221D"/>
      </a:dk1>
      <a:lt1>
        <a:srgbClr val="B4E9ED"/>
      </a:lt1>
      <a:dk2>
        <a:srgbClr val="783632"/>
      </a:dk2>
      <a:lt2>
        <a:srgbClr val="D73B16"/>
      </a:lt2>
      <a:accent1>
        <a:srgbClr val="ED6A3B"/>
      </a:accent1>
      <a:accent2>
        <a:srgbClr val="F08262"/>
      </a:accent2>
      <a:accent3>
        <a:srgbClr val="F6A53A"/>
      </a:accent3>
      <a:accent4>
        <a:srgbClr val="EC8C16"/>
      </a:accent4>
      <a:accent5>
        <a:srgbClr val="77C9D5"/>
      </a:accent5>
      <a:accent6>
        <a:srgbClr val="31A2AF"/>
      </a:accent6>
      <a:hlink>
        <a:srgbClr val="2D97A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</Words>
  <Application>Microsoft Office PowerPoint</Application>
  <PresentationFormat>On-screen Show (16:9)</PresentationFormat>
  <Paragraphs>181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Assistant</vt:lpstr>
      <vt:lpstr>Comfortaa</vt:lpstr>
      <vt:lpstr>Arial</vt:lpstr>
      <vt:lpstr>Comfortaa Medium</vt:lpstr>
      <vt:lpstr>Fjalla One</vt:lpstr>
      <vt:lpstr>Calibri</vt:lpstr>
      <vt:lpstr>Bebas Neue</vt:lpstr>
      <vt:lpstr>Assistant Medium</vt:lpstr>
      <vt:lpstr>Diabetes Breakthrough: Insulin Increase by Slidesgo</vt:lpstr>
      <vt:lpstr>Diabetes Breakthrough: Insulin Increase by Slidesgo</vt:lpstr>
      <vt:lpstr>SC5010 Introduction to Data Analysis Group Project</vt:lpstr>
      <vt:lpstr>Diabetes</vt:lpstr>
      <vt:lpstr>[1]</vt:lpstr>
      <vt:lpstr>How can machine learning help identify individuals with early signs of diabetes so that timely action can be taken to prevent progression?</vt:lpstr>
      <vt:lpstr>Our Data</vt:lpstr>
      <vt:lpstr>Objectives</vt:lpstr>
      <vt:lpstr>Exploratory Data Analysis 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Pearson Correlation Heatmap</vt:lpstr>
      <vt:lpstr>Train-Test Split with Stratification</vt:lpstr>
      <vt:lpstr>Feature Scaling</vt:lpstr>
      <vt:lpstr>SMOTE: Synthetic Minority Oversampling</vt:lpstr>
      <vt:lpstr>Model Selection</vt:lpstr>
      <vt:lpstr>Model Performance</vt:lpstr>
      <vt:lpstr>AdaBoost</vt:lpstr>
      <vt:lpstr>AdaBoost - Hyperparameter Tuning</vt:lpstr>
      <vt:lpstr>Random Forest</vt:lpstr>
      <vt:lpstr>Random Forest - Hyperparameter Tuning</vt:lpstr>
      <vt:lpstr>Extreme Gradient Boosting (XGBoost)</vt:lpstr>
      <vt:lpstr>XGBoost - Hyperparameter Tuning</vt:lpstr>
      <vt:lpstr>Summary of Tuned Models</vt:lpstr>
      <vt:lpstr>Receiver Operating Characteristic (ROC) curve</vt:lpstr>
      <vt:lpstr>Permutation-based feature importance</vt:lpstr>
      <vt:lpstr>Permutation-based feature importance</vt:lpstr>
      <vt:lpstr>SHAP feature importance</vt:lpstr>
      <vt:lpstr>Clustering top features (KMeans)</vt:lpstr>
      <vt:lpstr>Clustering top features (KMeans)</vt:lpstr>
      <vt:lpstr>Insights &amp; Conclusions</vt:lpstr>
      <vt:lpstr>Thank you  for listening!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#NIGEL MAX WEE YAOHAN#</cp:lastModifiedBy>
  <cp:revision>1</cp:revision>
  <dcterms:modified xsi:type="dcterms:W3CDTF">2025-04-30T07:03:36Z</dcterms:modified>
</cp:coreProperties>
</file>